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sldIdLst>
    <p:sldId id="266" r:id="rId5"/>
    <p:sldId id="276" r:id="rId6"/>
    <p:sldId id="268" r:id="rId7"/>
    <p:sldId id="269" r:id="rId8"/>
    <p:sldId id="270" r:id="rId9"/>
    <p:sldId id="271" r:id="rId10"/>
    <p:sldId id="272" r:id="rId11"/>
    <p:sldId id="274" r:id="rId12"/>
    <p:sldId id="275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4F4F"/>
    <a:srgbClr val="0658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70A006-85A8-44AE-9BEA-CBA1A169390B}" v="4876" dt="2026-05-10T02:05:08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782" autoAdjust="0"/>
  </p:normalViewPr>
  <p:slideViewPr>
    <p:cSldViewPr snapToGrid="0">
      <p:cViewPr varScale="1">
        <p:scale>
          <a:sx n="88" d="100"/>
          <a:sy n="88" d="100"/>
        </p:scale>
        <p:origin x="1470" y="90"/>
      </p:cViewPr>
      <p:guideLst/>
    </p:cSldViewPr>
  </p:slideViewPr>
  <p:notesTextViewPr>
    <p:cViewPr>
      <p:scale>
        <a:sx n="1" d="1"/>
        <a:sy n="1" d="1"/>
      </p:scale>
      <p:origin x="0" y="-31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en Griswold" userId="f5911de059c48467" providerId="LiveId" clId="{E32A09A0-88FC-4F7D-92F6-D9612C2A7168}"/>
    <pc:docChg chg="undo redo custSel addSld delSld modSld modMainMaster">
      <pc:chgData name="Kellen Griswold" userId="f5911de059c48467" providerId="LiveId" clId="{E32A09A0-88FC-4F7D-92F6-D9612C2A7168}" dt="2026-05-10T20:00:24.951" v="11111" actId="20577"/>
      <pc:docMkLst>
        <pc:docMk/>
      </pc:docMkLst>
      <pc:sldChg chg="addSp delSp modSp mod setBg modNotesTx">
        <pc:chgData name="Kellen Griswold" userId="f5911de059c48467" providerId="LiveId" clId="{E32A09A0-88FC-4F7D-92F6-D9612C2A7168}" dt="2026-05-10T20:00:24.951" v="11111" actId="20577"/>
        <pc:sldMkLst>
          <pc:docMk/>
          <pc:sldMk cId="3857310067" sldId="266"/>
        </pc:sldMkLst>
        <pc:spChg chg="mod">
          <ac:chgData name="Kellen Griswold" userId="f5911de059c48467" providerId="LiveId" clId="{E32A09A0-88FC-4F7D-92F6-D9612C2A7168}" dt="2026-05-10T00:08:56.116" v="8410" actId="2710"/>
          <ac:spMkLst>
            <pc:docMk/>
            <pc:sldMk cId="3857310067" sldId="266"/>
            <ac:spMk id="2" creationId="{DD812CC5-3F64-4837-AE94-66C400A325B0}"/>
          </ac:spMkLst>
        </pc:spChg>
        <pc:spChg chg="mod">
          <ac:chgData name="Kellen Griswold" userId="f5911de059c48467" providerId="LiveId" clId="{E32A09A0-88FC-4F7D-92F6-D9612C2A7168}" dt="2026-05-10T00:09:05.895" v="8411" actId="14100"/>
          <ac:spMkLst>
            <pc:docMk/>
            <pc:sldMk cId="3857310067" sldId="266"/>
            <ac:spMk id="3" creationId="{150012D5-B732-49FA-8D2C-A5C52B3641FB}"/>
          </ac:spMkLst>
        </pc:spChg>
        <pc:spChg chg="del">
          <ac:chgData name="Kellen Griswold" userId="f5911de059c48467" providerId="LiveId" clId="{E32A09A0-88FC-4F7D-92F6-D9612C2A7168}" dt="2026-05-09T19:51:37.474" v="1" actId="26606"/>
          <ac:spMkLst>
            <pc:docMk/>
            <pc:sldMk cId="3857310067" sldId="266"/>
            <ac:spMk id="29" creationId="{7A675F33-98AF-4B83-A3BB-0780A23145E6}"/>
          </ac:spMkLst>
        </pc:spChg>
        <pc:spChg chg="add mod modVis">
          <ac:chgData name="Kellen Griswold" userId="f5911de059c48467" providerId="LiveId" clId="{E32A09A0-88FC-4F7D-92F6-D9612C2A7168}" dt="2026-05-09T20:36:27.021" v="3303" actId="14429"/>
          <ac:spMkLst>
            <pc:docMk/>
            <pc:sldMk cId="3857310067" sldId="266"/>
            <ac:spMk id="41" creationId="{8F4E830A-06F9-4EAA-9E65-110CF2421798}"/>
          </ac:spMkLst>
        </pc:spChg>
        <pc:grpChg chg="add mod modVis">
          <ac:chgData name="Kellen Griswold" userId="f5911de059c48467" providerId="LiveId" clId="{E32A09A0-88FC-4F7D-92F6-D9612C2A7168}" dt="2026-05-09T20:36:23.131" v="3299" actId="14430"/>
          <ac:grpSpMkLst>
            <pc:docMk/>
            <pc:sldMk cId="3857310067" sldId="266"/>
            <ac:grpSpMk id="34" creationId="{8F1EF17D-1B70-428C-8A8A-A2C5B390E1E9}"/>
          </ac:grpSpMkLst>
        </pc:grpChg>
        <pc:picChg chg="mod modVis modCrop">
          <ac:chgData name="Kellen Griswold" userId="f5911de059c48467" providerId="LiveId" clId="{E32A09A0-88FC-4F7D-92F6-D9612C2A7168}" dt="2026-05-09T20:39:16.313" v="3314"/>
          <ac:picMkLst>
            <pc:docMk/>
            <pc:sldMk cId="3857310067" sldId="266"/>
            <ac:picMk id="7" creationId="{3CD85834-55D9-470E-9834-623384F2476A}"/>
          </ac:picMkLst>
        </pc:picChg>
        <pc:cxnChg chg="mod modVis">
          <ac:chgData name="Kellen Griswold" userId="f5911de059c48467" providerId="LiveId" clId="{E32A09A0-88FC-4F7D-92F6-D9612C2A7168}" dt="2026-05-09T20:36:20.496" v="3295" actId="14429"/>
          <ac:cxnSpMkLst>
            <pc:docMk/>
            <pc:sldMk cId="3857310067" sldId="266"/>
            <ac:cxnSpMk id="35" creationId="{12FAEDF3-CEC8-4BF6-8EA7-4079C471838C}"/>
          </ac:cxnSpMkLst>
        </pc:cxnChg>
        <pc:cxnChg chg="mod modVis">
          <ac:chgData name="Kellen Griswold" userId="f5911de059c48467" providerId="LiveId" clId="{E32A09A0-88FC-4F7D-92F6-D9612C2A7168}" dt="2026-05-09T20:36:20.954" v="3296" actId="14429"/>
          <ac:cxnSpMkLst>
            <pc:docMk/>
            <pc:sldMk cId="3857310067" sldId="266"/>
            <ac:cxnSpMk id="36" creationId="{398DB8F4-CD77-4FCC-8544-ADE8B478C151}"/>
          </ac:cxnSpMkLst>
        </pc:cxnChg>
        <pc:cxnChg chg="mod modVis">
          <ac:chgData name="Kellen Griswold" userId="f5911de059c48467" providerId="LiveId" clId="{E32A09A0-88FC-4F7D-92F6-D9612C2A7168}" dt="2026-05-09T20:36:17.474" v="3291" actId="14430"/>
          <ac:cxnSpMkLst>
            <pc:docMk/>
            <pc:sldMk cId="3857310067" sldId="266"/>
            <ac:cxnSpMk id="37" creationId="{22202DFE-039D-48E4-8536-FA30F2489475}"/>
          </ac:cxnSpMkLst>
        </pc:cxnChg>
        <pc:cxnChg chg="mod modVis">
          <ac:chgData name="Kellen Griswold" userId="f5911de059c48467" providerId="LiveId" clId="{E32A09A0-88FC-4F7D-92F6-D9612C2A7168}" dt="2026-05-09T20:36:18.142" v="3292" actId="14430"/>
          <ac:cxnSpMkLst>
            <pc:docMk/>
            <pc:sldMk cId="3857310067" sldId="266"/>
            <ac:cxnSpMk id="38" creationId="{81F05E26-510E-4164-83C7-28E4FE9D7EA3}"/>
          </ac:cxnSpMkLst>
        </pc:cxnChg>
        <pc:cxnChg chg="mod modVis">
          <ac:chgData name="Kellen Griswold" userId="f5911de059c48467" providerId="LiveId" clId="{E32A09A0-88FC-4F7D-92F6-D9612C2A7168}" dt="2026-05-09T20:36:18.554" v="3293" actId="14430"/>
          <ac:cxnSpMkLst>
            <pc:docMk/>
            <pc:sldMk cId="3857310067" sldId="266"/>
            <ac:cxnSpMk id="39" creationId="{E632161A-50D4-4D96-887A-98FC9209310C}"/>
          </ac:cxnSpMkLst>
        </pc:cxnChg>
      </pc:sldChg>
      <pc:sldChg chg="addSp delSp modSp new del mod setBg modClrScheme delAnim delDesignElem chgLayout modNotesTx">
        <pc:chgData name="Kellen Griswold" userId="f5911de059c48467" providerId="LiveId" clId="{E32A09A0-88FC-4F7D-92F6-D9612C2A7168}" dt="2026-05-10T19:50:58.757" v="11091" actId="2696"/>
        <pc:sldMkLst>
          <pc:docMk/>
          <pc:sldMk cId="3884174719" sldId="267"/>
        </pc:sldMkLst>
        <pc:spChg chg="mod ord">
          <ac:chgData name="Kellen Griswold" userId="f5911de059c48467" providerId="LiveId" clId="{E32A09A0-88FC-4F7D-92F6-D9612C2A7168}" dt="2026-05-09T22:01:36.940" v="5990" actId="26606"/>
          <ac:spMkLst>
            <pc:docMk/>
            <pc:sldMk cId="3884174719" sldId="267"/>
            <ac:spMk id="2" creationId="{F9694025-CF62-3020-00E0-6DCBE1E5FE0A}"/>
          </ac:spMkLst>
        </pc:spChg>
        <pc:spChg chg="del mod">
          <ac:chgData name="Kellen Griswold" userId="f5911de059c48467" providerId="LiveId" clId="{E32A09A0-88FC-4F7D-92F6-D9612C2A7168}" dt="2026-05-09T20:16:03.709" v="2171" actId="931"/>
          <ac:spMkLst>
            <pc:docMk/>
            <pc:sldMk cId="3884174719" sldId="267"/>
            <ac:spMk id="3" creationId="{A3312F4F-F8E7-19F5-12D1-AF1DA275CFF5}"/>
          </ac:spMkLst>
        </pc:spChg>
        <pc:spChg chg="del mod">
          <ac:chgData name="Kellen Griswold" userId="f5911de059c48467" providerId="LiveId" clId="{E32A09A0-88FC-4F7D-92F6-D9612C2A7168}" dt="2026-05-09T20:47:46.517" v="3593" actId="478"/>
          <ac:spMkLst>
            <pc:docMk/>
            <pc:sldMk cId="3884174719" sldId="267"/>
            <ac:spMk id="4" creationId="{E5470146-CFF8-177E-68E7-A3C941E01C46}"/>
          </ac:spMkLst>
        </pc:spChg>
        <pc:spChg chg="add mod">
          <ac:chgData name="Kellen Griswold" userId="f5911de059c48467" providerId="LiveId" clId="{E32A09A0-88FC-4F7D-92F6-D9612C2A7168}" dt="2026-05-09T23:04:21.783" v="7688" actId="20577"/>
          <ac:spMkLst>
            <pc:docMk/>
            <pc:sldMk cId="3884174719" sldId="267"/>
            <ac:spMk id="7" creationId="{AB68765F-31DF-50DB-5DB0-2E3AC1CA5418}"/>
          </ac:spMkLst>
        </pc:spChg>
        <pc:spChg chg="add del mod">
          <ac:chgData name="Kellen Griswold" userId="f5911de059c48467" providerId="LiveId" clId="{E32A09A0-88FC-4F7D-92F6-D9612C2A7168}" dt="2026-05-09T20:47:52.619" v="3595" actId="478"/>
          <ac:spMkLst>
            <pc:docMk/>
            <pc:sldMk cId="3884174719" sldId="267"/>
            <ac:spMk id="9" creationId="{166C9BDF-71DC-FDEA-DC6F-A81361BF848B}"/>
          </ac:spMkLst>
        </pc:spChg>
        <pc:spChg chg="add del">
          <ac:chgData name="Kellen Griswold" userId="f5911de059c48467" providerId="LiveId" clId="{E32A09A0-88FC-4F7D-92F6-D9612C2A7168}" dt="2026-05-09T22:01:33.443" v="5987" actId="26606"/>
          <ac:spMkLst>
            <pc:docMk/>
            <pc:sldMk cId="3884174719" sldId="267"/>
            <ac:spMk id="10" creationId="{E09CCB3F-DBCE-4964-9E34-8C5DE80EF4B5}"/>
          </ac:spMkLst>
        </pc:spChg>
        <pc:spChg chg="add del">
          <ac:chgData name="Kellen Griswold" userId="f5911de059c48467" providerId="LiveId" clId="{E32A09A0-88FC-4F7D-92F6-D9612C2A7168}" dt="2026-05-09T22:01:33.443" v="5987" actId="26606"/>
          <ac:spMkLst>
            <pc:docMk/>
            <pc:sldMk cId="3884174719" sldId="267"/>
            <ac:spMk id="14" creationId="{1DFF944F-74BA-483A-82C0-64E3AAF4AE98}"/>
          </ac:spMkLst>
        </pc:spChg>
        <pc:spChg chg="add del">
          <ac:chgData name="Kellen Griswold" userId="f5911de059c48467" providerId="LiveId" clId="{E32A09A0-88FC-4F7D-92F6-D9612C2A7168}" dt="2026-05-09T21:55:15.110" v="5583" actId="26606"/>
          <ac:spMkLst>
            <pc:docMk/>
            <pc:sldMk cId="3884174719" sldId="267"/>
            <ac:spMk id="19" creationId="{8F4E830A-06F9-4EAA-9E65-110CF2421798}"/>
          </ac:spMkLst>
        </pc:spChg>
        <pc:spChg chg="add del">
          <ac:chgData name="Kellen Griswold" userId="f5911de059c48467" providerId="LiveId" clId="{E32A09A0-88FC-4F7D-92F6-D9612C2A7168}" dt="2026-05-09T22:01:36.742" v="5989" actId="26606"/>
          <ac:spMkLst>
            <pc:docMk/>
            <pc:sldMk cId="3884174719" sldId="267"/>
            <ac:spMk id="22" creationId="{929448D9-8F1D-4CFE-93BA-E0272F0DBD6E}"/>
          </ac:spMkLst>
        </pc:spChg>
        <pc:spChg chg="add del">
          <ac:chgData name="Kellen Griswold" userId="f5911de059c48467" providerId="LiveId" clId="{E32A09A0-88FC-4F7D-92F6-D9612C2A7168}" dt="2026-05-09T21:55:19.699" v="5585" actId="26606"/>
          <ac:spMkLst>
            <pc:docMk/>
            <pc:sldMk cId="3884174719" sldId="267"/>
            <ac:spMk id="28" creationId="{B9403C7F-76AE-4587-92A2-D4E41EBE68BD}"/>
          </ac:spMkLst>
        </pc:spChg>
        <pc:spChg chg="add">
          <ac:chgData name="Kellen Griswold" userId="f5911de059c48467" providerId="LiveId" clId="{E32A09A0-88FC-4F7D-92F6-D9612C2A7168}" dt="2026-05-09T22:01:36.940" v="5990" actId="26606"/>
          <ac:spMkLst>
            <pc:docMk/>
            <pc:sldMk cId="3884174719" sldId="267"/>
            <ac:spMk id="29" creationId="{B9403C7F-76AE-4587-92A2-D4E41EBE68BD}"/>
          </ac:spMkLst>
        </pc:spChg>
        <pc:spChg chg="add del">
          <ac:chgData name="Kellen Griswold" userId="f5911de059c48467" providerId="LiveId" clId="{E32A09A0-88FC-4F7D-92F6-D9612C2A7168}" dt="2026-05-09T21:55:20.994" v="5587" actId="26606"/>
          <ac:spMkLst>
            <pc:docMk/>
            <pc:sldMk cId="3884174719" sldId="267"/>
            <ac:spMk id="31" creationId="{8F4E830A-06F9-4EAA-9E65-110CF2421798}"/>
          </ac:spMkLst>
        </pc:spChg>
        <pc:spChg chg="add del">
          <ac:chgData name="Kellen Griswold" userId="f5911de059c48467" providerId="LiveId" clId="{E32A09A0-88FC-4F7D-92F6-D9612C2A7168}" dt="2026-05-09T21:55:21.927" v="5589" actId="26606"/>
          <ac:spMkLst>
            <pc:docMk/>
            <pc:sldMk cId="3884174719" sldId="267"/>
            <ac:spMk id="35" creationId="{8F4E830A-06F9-4EAA-9E65-110CF2421798}"/>
          </ac:spMkLst>
        </pc:spChg>
        <pc:spChg chg="add del">
          <ac:chgData name="Kellen Griswold" userId="f5911de059c48467" providerId="LiveId" clId="{E32A09A0-88FC-4F7D-92F6-D9612C2A7168}" dt="2026-05-09T21:55:35.595" v="5591" actId="26606"/>
          <ac:spMkLst>
            <pc:docMk/>
            <pc:sldMk cId="3884174719" sldId="267"/>
            <ac:spMk id="38" creationId="{8F4E830A-06F9-4EAA-9E65-110CF2421798}"/>
          </ac:spMkLst>
        </pc:spChg>
        <pc:spChg chg="add del">
          <ac:chgData name="Kellen Griswold" userId="f5911de059c48467" providerId="LiveId" clId="{E32A09A0-88FC-4F7D-92F6-D9612C2A7168}" dt="2026-05-09T21:55:46.317" v="5593" actId="26606"/>
          <ac:spMkLst>
            <pc:docMk/>
            <pc:sldMk cId="3884174719" sldId="267"/>
            <ac:spMk id="42" creationId="{8735A508-2662-409F-B5A3-AEA22CE92AD9}"/>
          </ac:spMkLst>
        </pc:spChg>
        <pc:spChg chg="add del">
          <ac:chgData name="Kellen Griswold" userId="f5911de059c48467" providerId="LiveId" clId="{E32A09A0-88FC-4F7D-92F6-D9612C2A7168}" dt="2026-05-09T21:55:46.317" v="5593" actId="26606"/>
          <ac:spMkLst>
            <pc:docMk/>
            <pc:sldMk cId="3884174719" sldId="267"/>
            <ac:spMk id="43" creationId="{CB8B592B-E5AA-4055-8CB3-6AEDB35AD4E5}"/>
          </ac:spMkLst>
        </pc:spChg>
        <pc:spChg chg="add del">
          <ac:chgData name="Kellen Griswold" userId="f5911de059c48467" providerId="LiveId" clId="{E32A09A0-88FC-4F7D-92F6-D9612C2A7168}" dt="2026-05-09T21:55:50.136" v="5597" actId="26606"/>
          <ac:spMkLst>
            <pc:docMk/>
            <pc:sldMk cId="3884174719" sldId="267"/>
            <ac:spMk id="50" creationId="{8735A508-2662-409F-B5A3-AEA22CE92AD9}"/>
          </ac:spMkLst>
        </pc:spChg>
        <pc:spChg chg="add del">
          <ac:chgData name="Kellen Griswold" userId="f5911de059c48467" providerId="LiveId" clId="{E32A09A0-88FC-4F7D-92F6-D9612C2A7168}" dt="2026-05-09T21:55:50.136" v="5597" actId="26606"/>
          <ac:spMkLst>
            <pc:docMk/>
            <pc:sldMk cId="3884174719" sldId="267"/>
            <ac:spMk id="51" creationId="{CB8B592B-E5AA-4055-8CB3-6AEDB35AD4E5}"/>
          </ac:spMkLst>
        </pc:spChg>
        <pc:spChg chg="add del">
          <ac:chgData name="Kellen Griswold" userId="f5911de059c48467" providerId="LiveId" clId="{E32A09A0-88FC-4F7D-92F6-D9612C2A7168}" dt="2026-05-09T21:56:00.423" v="5599" actId="26606"/>
          <ac:spMkLst>
            <pc:docMk/>
            <pc:sldMk cId="3884174719" sldId="267"/>
            <ac:spMk id="57" creationId="{1AB8FFBB-0A2D-4D4C-B94B-320ABB3490DA}"/>
          </ac:spMkLst>
        </pc:spChg>
        <pc:spChg chg="add del">
          <ac:chgData name="Kellen Griswold" userId="f5911de059c48467" providerId="LiveId" clId="{E32A09A0-88FC-4F7D-92F6-D9612C2A7168}" dt="2026-05-09T21:56:09.797" v="5601" actId="26606"/>
          <ac:spMkLst>
            <pc:docMk/>
            <pc:sldMk cId="3884174719" sldId="267"/>
            <ac:spMk id="62" creationId="{8735A508-2662-409F-B5A3-AEA22CE92AD9}"/>
          </ac:spMkLst>
        </pc:spChg>
        <pc:spChg chg="add del">
          <ac:chgData name="Kellen Griswold" userId="f5911de059c48467" providerId="LiveId" clId="{E32A09A0-88FC-4F7D-92F6-D9612C2A7168}" dt="2026-05-09T21:56:09.797" v="5601" actId="26606"/>
          <ac:spMkLst>
            <pc:docMk/>
            <pc:sldMk cId="3884174719" sldId="267"/>
            <ac:spMk id="63" creationId="{CB8B592B-E5AA-4055-8CB3-6AEDB35AD4E5}"/>
          </ac:spMkLst>
        </pc:spChg>
        <pc:spChg chg="add del">
          <ac:chgData name="Kellen Griswold" userId="f5911de059c48467" providerId="LiveId" clId="{E32A09A0-88FC-4F7D-92F6-D9612C2A7168}" dt="2026-05-09T21:56:15.543" v="5603" actId="26606"/>
          <ac:spMkLst>
            <pc:docMk/>
            <pc:sldMk cId="3884174719" sldId="267"/>
            <ac:spMk id="69" creationId="{8F4E830A-06F9-4EAA-9E65-110CF2421798}"/>
          </ac:spMkLst>
        </pc:spChg>
        <pc:spChg chg="add del">
          <ac:chgData name="Kellen Griswold" userId="f5911de059c48467" providerId="LiveId" clId="{E32A09A0-88FC-4F7D-92F6-D9612C2A7168}" dt="2026-05-09T21:56:17.880" v="5605" actId="26606"/>
          <ac:spMkLst>
            <pc:docMk/>
            <pc:sldMk cId="3884174719" sldId="267"/>
            <ac:spMk id="74" creationId="{8F4E830A-06F9-4EAA-9E65-110CF2421798}"/>
          </ac:spMkLst>
        </pc:spChg>
        <pc:spChg chg="add del">
          <ac:chgData name="Kellen Griswold" userId="f5911de059c48467" providerId="LiveId" clId="{E32A09A0-88FC-4F7D-92F6-D9612C2A7168}" dt="2026-05-09T22:01:17.034" v="5985" actId="700"/>
          <ac:spMkLst>
            <pc:docMk/>
            <pc:sldMk cId="3884174719" sldId="267"/>
            <ac:spMk id="77" creationId="{8F4E830A-06F9-4EAA-9E65-110CF2421798}"/>
          </ac:spMkLst>
        </pc:spChg>
        <pc:grpChg chg="add del">
          <ac:chgData name="Kellen Griswold" userId="f5911de059c48467" providerId="LiveId" clId="{E32A09A0-88FC-4F7D-92F6-D9612C2A7168}" dt="2026-05-09T21:55:15.110" v="5583" actId="26606"/>
          <ac:grpSpMkLst>
            <pc:docMk/>
            <pc:sldMk cId="3884174719" sldId="267"/>
            <ac:grpSpMk id="12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2:01:33.443" v="5987" actId="26606"/>
          <ac:grpSpMkLst>
            <pc:docMk/>
            <pc:sldMk cId="3884174719" sldId="267"/>
            <ac:grpSpMk id="16" creationId="{A9733A91-F958-4629-801A-3F6F1E09AD64}"/>
          </ac:grpSpMkLst>
        </pc:grpChg>
        <pc:grpChg chg="add del">
          <ac:chgData name="Kellen Griswold" userId="f5911de059c48467" providerId="LiveId" clId="{E32A09A0-88FC-4F7D-92F6-D9612C2A7168}" dt="2026-05-09T21:55:19.699" v="5585" actId="26606"/>
          <ac:grpSpMkLst>
            <pc:docMk/>
            <pc:sldMk cId="3884174719" sldId="267"/>
            <ac:grpSpMk id="21" creationId="{D6C71778-3DDA-4748-AEBB-2A4B75016325}"/>
          </ac:grpSpMkLst>
        </pc:grpChg>
        <pc:grpChg chg="add del">
          <ac:chgData name="Kellen Griswold" userId="f5911de059c48467" providerId="LiveId" clId="{E32A09A0-88FC-4F7D-92F6-D9612C2A7168}" dt="2026-05-09T21:55:46.317" v="5593" actId="26606"/>
          <ac:grpSpMkLst>
            <pc:docMk/>
            <pc:sldMk cId="3884174719" sldId="267"/>
            <ac:grpSpMk id="23" creationId="{6E8443E6-406A-4E9D-BBDF-18D82C7E570C}"/>
          </ac:grpSpMkLst>
        </pc:grpChg>
        <pc:grpChg chg="add del">
          <ac:chgData name="Kellen Griswold" userId="f5911de059c48467" providerId="LiveId" clId="{E32A09A0-88FC-4F7D-92F6-D9612C2A7168}" dt="2026-05-09T22:01:36.742" v="5989" actId="26606"/>
          <ac:grpSpMkLst>
            <pc:docMk/>
            <pc:sldMk cId="3884174719" sldId="267"/>
            <ac:grpSpMk id="24" creationId="{94749DEA-AC6C-4834-A330-03A1796B8929}"/>
          </ac:grpSpMkLst>
        </pc:grpChg>
        <pc:grpChg chg="add del">
          <ac:chgData name="Kellen Griswold" userId="f5911de059c48467" providerId="LiveId" clId="{E32A09A0-88FC-4F7D-92F6-D9612C2A7168}" dt="2026-05-09T21:55:19.699" v="5585" actId="26606"/>
          <ac:grpSpMkLst>
            <pc:docMk/>
            <pc:sldMk cId="3884174719" sldId="267"/>
            <ac:grpSpMk id="27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1:55:20.994" v="5587" actId="26606"/>
          <ac:grpSpMkLst>
            <pc:docMk/>
            <pc:sldMk cId="3884174719" sldId="267"/>
            <ac:grpSpMk id="30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1:55:20.994" v="5587" actId="26606"/>
          <ac:grpSpMkLst>
            <pc:docMk/>
            <pc:sldMk cId="3884174719" sldId="267"/>
            <ac:grpSpMk id="32" creationId="{24B32265-D526-44B2-B82E-8977DFEFB457}"/>
          </ac:grpSpMkLst>
        </pc:grpChg>
        <pc:grpChg chg="add">
          <ac:chgData name="Kellen Griswold" userId="f5911de059c48467" providerId="LiveId" clId="{E32A09A0-88FC-4F7D-92F6-D9612C2A7168}" dt="2026-05-09T22:01:36.940" v="5990" actId="26606"/>
          <ac:grpSpMkLst>
            <pc:docMk/>
            <pc:sldMk cId="3884174719" sldId="267"/>
            <ac:grpSpMk id="33" creationId="{D6C71778-3DDA-4748-AEBB-2A4B75016325}"/>
          </ac:grpSpMkLst>
        </pc:grpChg>
        <pc:grpChg chg="add del">
          <ac:chgData name="Kellen Griswold" userId="f5911de059c48467" providerId="LiveId" clId="{E32A09A0-88FC-4F7D-92F6-D9612C2A7168}" dt="2026-05-09T21:55:21.927" v="5589" actId="26606"/>
          <ac:grpSpMkLst>
            <pc:docMk/>
            <pc:sldMk cId="3884174719" sldId="267"/>
            <ac:grpSpMk id="34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1:55:35.595" v="5591" actId="26606"/>
          <ac:grpSpMkLst>
            <pc:docMk/>
            <pc:sldMk cId="3884174719" sldId="267"/>
            <ac:grpSpMk id="37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1:55:35.595" v="5591" actId="26606"/>
          <ac:grpSpMkLst>
            <pc:docMk/>
            <pc:sldMk cId="3884174719" sldId="267"/>
            <ac:grpSpMk id="39" creationId="{24B32265-D526-44B2-B82E-8977DFEFB457}"/>
          </ac:grpSpMkLst>
        </pc:grpChg>
        <pc:grpChg chg="add del">
          <ac:chgData name="Kellen Griswold" userId="f5911de059c48467" providerId="LiveId" clId="{E32A09A0-88FC-4F7D-92F6-D9612C2A7168}" dt="2026-05-09T21:55:46.317" v="5593" actId="26606"/>
          <ac:grpSpMkLst>
            <pc:docMk/>
            <pc:sldMk cId="3884174719" sldId="267"/>
            <ac:grpSpMk id="41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1:55:48.305" v="5595" actId="26606"/>
          <ac:grpSpMkLst>
            <pc:docMk/>
            <pc:sldMk cId="3884174719" sldId="267"/>
            <ac:grpSpMk id="47" creationId="{62CE031E-EE35-4AA7-9784-805093327786}"/>
          </ac:grpSpMkLst>
        </pc:grpChg>
        <pc:grpChg chg="add del">
          <ac:chgData name="Kellen Griswold" userId="f5911de059c48467" providerId="LiveId" clId="{E32A09A0-88FC-4F7D-92F6-D9612C2A7168}" dt="2026-05-09T21:55:50.136" v="5597" actId="26606"/>
          <ac:grpSpMkLst>
            <pc:docMk/>
            <pc:sldMk cId="3884174719" sldId="267"/>
            <ac:grpSpMk id="49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1:55:50.136" v="5597" actId="26606"/>
          <ac:grpSpMkLst>
            <pc:docMk/>
            <pc:sldMk cId="3884174719" sldId="267"/>
            <ac:grpSpMk id="52" creationId="{6E8443E6-406A-4E9D-BBDF-18D82C7E570C}"/>
          </ac:grpSpMkLst>
        </pc:grpChg>
        <pc:grpChg chg="add del">
          <ac:chgData name="Kellen Griswold" userId="f5911de059c48467" providerId="LiveId" clId="{E32A09A0-88FC-4F7D-92F6-D9612C2A7168}" dt="2026-05-09T21:56:00.423" v="5599" actId="26606"/>
          <ac:grpSpMkLst>
            <pc:docMk/>
            <pc:sldMk cId="3884174719" sldId="267"/>
            <ac:grpSpMk id="56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1:56:00.423" v="5599" actId="26606"/>
          <ac:grpSpMkLst>
            <pc:docMk/>
            <pc:sldMk cId="3884174719" sldId="267"/>
            <ac:grpSpMk id="58" creationId="{0EC92BD4-3684-4A4A-84FF-704DCA7A3E0C}"/>
          </ac:grpSpMkLst>
        </pc:grpChg>
        <pc:grpChg chg="add del">
          <ac:chgData name="Kellen Griswold" userId="f5911de059c48467" providerId="LiveId" clId="{E32A09A0-88FC-4F7D-92F6-D9612C2A7168}" dt="2026-05-09T21:56:09.797" v="5601" actId="26606"/>
          <ac:grpSpMkLst>
            <pc:docMk/>
            <pc:sldMk cId="3884174719" sldId="267"/>
            <ac:grpSpMk id="61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1:56:09.797" v="5601" actId="26606"/>
          <ac:grpSpMkLst>
            <pc:docMk/>
            <pc:sldMk cId="3884174719" sldId="267"/>
            <ac:grpSpMk id="64" creationId="{6E8443E6-406A-4E9D-BBDF-18D82C7E570C}"/>
          </ac:grpSpMkLst>
        </pc:grpChg>
        <pc:grpChg chg="add del">
          <ac:chgData name="Kellen Griswold" userId="f5911de059c48467" providerId="LiveId" clId="{E32A09A0-88FC-4F7D-92F6-D9612C2A7168}" dt="2026-05-09T21:56:15.543" v="5603" actId="26606"/>
          <ac:grpSpMkLst>
            <pc:docMk/>
            <pc:sldMk cId="3884174719" sldId="267"/>
            <ac:grpSpMk id="68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1:56:15.543" v="5603" actId="26606"/>
          <ac:grpSpMkLst>
            <pc:docMk/>
            <pc:sldMk cId="3884174719" sldId="267"/>
            <ac:grpSpMk id="70" creationId="{24B32265-D526-44B2-B82E-8977DFEFB457}"/>
          </ac:grpSpMkLst>
        </pc:grpChg>
        <pc:grpChg chg="add del">
          <ac:chgData name="Kellen Griswold" userId="f5911de059c48467" providerId="LiveId" clId="{E32A09A0-88FC-4F7D-92F6-D9612C2A7168}" dt="2026-05-09T21:56:17.880" v="5605" actId="26606"/>
          <ac:grpSpMkLst>
            <pc:docMk/>
            <pc:sldMk cId="3884174719" sldId="267"/>
            <ac:grpSpMk id="73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2:01:17.034" v="5985" actId="700"/>
          <ac:grpSpMkLst>
            <pc:docMk/>
            <pc:sldMk cId="3884174719" sldId="267"/>
            <ac:grpSpMk id="76" creationId="{8F1EF17D-1B70-428C-8A8A-A2C5B390E1E9}"/>
          </ac:grpSpMkLst>
        </pc:grpChg>
        <pc:grpChg chg="add del">
          <ac:chgData name="Kellen Griswold" userId="f5911de059c48467" providerId="LiveId" clId="{E32A09A0-88FC-4F7D-92F6-D9612C2A7168}" dt="2026-05-09T22:01:17.034" v="5985" actId="700"/>
          <ac:grpSpMkLst>
            <pc:docMk/>
            <pc:sldMk cId="3884174719" sldId="267"/>
            <ac:grpSpMk id="78" creationId="{24B32265-D526-44B2-B82E-8977DFEFB457}"/>
          </ac:grpSpMkLst>
        </pc:grpChg>
        <pc:picChg chg="add mod ord">
          <ac:chgData name="Kellen Griswold" userId="f5911de059c48467" providerId="LiveId" clId="{E32A09A0-88FC-4F7D-92F6-D9612C2A7168}" dt="2026-05-09T22:01:36.940" v="5990" actId="26606"/>
          <ac:picMkLst>
            <pc:docMk/>
            <pc:sldMk cId="3884174719" sldId="267"/>
            <ac:picMk id="6" creationId="{04B486C0-BF40-BD09-9C64-B47EEC42C7E6}"/>
          </ac:picMkLst>
        </pc:picChg>
        <pc:picChg chg="add del mod">
          <ac:chgData name="Kellen Griswold" userId="f5911de059c48467" providerId="LiveId" clId="{E32A09A0-88FC-4F7D-92F6-D9612C2A7168}" dt="2026-05-10T00:40:16.031" v="9017" actId="478"/>
          <ac:picMkLst>
            <pc:docMk/>
            <pc:sldMk cId="3884174719" sldId="267"/>
            <ac:picMk id="9" creationId="{3EC3E0B9-58C2-63AD-1D24-5C683E8502BE}"/>
          </ac:picMkLst>
        </pc:picChg>
      </pc:sldChg>
      <pc:sldChg chg="addSp delSp modSp new mod setBg setClrOvrMap delDesignElem chgLayout modNotesTx">
        <pc:chgData name="Kellen Griswold" userId="f5911de059c48467" providerId="LiveId" clId="{E32A09A0-88FC-4F7D-92F6-D9612C2A7168}" dt="2026-05-10T02:11:56.698" v="10824" actId="20577"/>
        <pc:sldMkLst>
          <pc:docMk/>
          <pc:sldMk cId="3664098365" sldId="268"/>
        </pc:sldMkLst>
        <pc:spChg chg="mod ord modVis">
          <ac:chgData name="Kellen Griswold" userId="f5911de059c48467" providerId="LiveId" clId="{E32A09A0-88FC-4F7D-92F6-D9612C2A7168}" dt="2026-05-09T22:40:30.111" v="7128" actId="700"/>
          <ac:spMkLst>
            <pc:docMk/>
            <pc:sldMk cId="3664098365" sldId="268"/>
            <ac:spMk id="2" creationId="{87903437-5B08-1DFB-0472-B1765A7E6926}"/>
          </ac:spMkLst>
        </pc:spChg>
        <pc:spChg chg="mod ord modVis">
          <ac:chgData name="Kellen Griswold" userId="f5911de059c48467" providerId="LiveId" clId="{E32A09A0-88FC-4F7D-92F6-D9612C2A7168}" dt="2026-05-09T23:25:31.343" v="8394" actId="20577"/>
          <ac:spMkLst>
            <pc:docMk/>
            <pc:sldMk cId="3664098365" sldId="268"/>
            <ac:spMk id="3" creationId="{43964ECA-09B5-E541-CC3F-D364DCC21D02}"/>
          </ac:spMkLst>
        </pc:spChg>
        <pc:spChg chg="add del">
          <ac:chgData name="Kellen Griswold" userId="f5911de059c48467" providerId="LiveId" clId="{E32A09A0-88FC-4F7D-92F6-D9612C2A7168}" dt="2026-05-09T22:40:30.111" v="7128" actId="700"/>
          <ac:spMkLst>
            <pc:docMk/>
            <pc:sldMk cId="3664098365" sldId="268"/>
            <ac:spMk id="5" creationId="{CADF2543-1B6F-4FBC-A7AF-53A0430E05AB}"/>
          </ac:spMkLst>
        </pc:spChg>
        <pc:spChg chg="add del">
          <ac:chgData name="Kellen Griswold" userId="f5911de059c48467" providerId="LiveId" clId="{E32A09A0-88FC-4F7D-92F6-D9612C2A7168}" dt="2026-05-09T20:32:24.987" v="2800" actId="26606"/>
          <ac:spMkLst>
            <pc:docMk/>
            <pc:sldMk cId="3664098365" sldId="268"/>
            <ac:spMk id="8" creationId="{CADF2543-1B6F-4FBC-A7AF-53A0430E05AB}"/>
          </ac:spMkLst>
        </pc:spChg>
        <pc:spChg chg="add del">
          <ac:chgData name="Kellen Griswold" userId="f5911de059c48467" providerId="LiveId" clId="{E32A09A0-88FC-4F7D-92F6-D9612C2A7168}" dt="2026-05-09T20:32:39.776" v="2802" actId="26606"/>
          <ac:spMkLst>
            <pc:docMk/>
            <pc:sldMk cId="3664098365" sldId="268"/>
            <ac:spMk id="17" creationId="{AD2D45C7-2E37-44FD-AC77-116CD14B9ED9}"/>
          </ac:spMkLst>
        </pc:spChg>
        <pc:spChg chg="add del">
          <ac:chgData name="Kellen Griswold" userId="f5911de059c48467" providerId="LiveId" clId="{E32A09A0-88FC-4F7D-92F6-D9612C2A7168}" dt="2026-05-09T20:32:39.776" v="2802" actId="26606"/>
          <ac:spMkLst>
            <pc:docMk/>
            <pc:sldMk cId="3664098365" sldId="268"/>
            <ac:spMk id="18" creationId="{1FF88480-2CF1-4C54-8CE3-2CA9CD9FF896}"/>
          </ac:spMkLst>
        </pc:spChg>
        <pc:spChg chg="add del">
          <ac:chgData name="Kellen Griswold" userId="f5911de059c48467" providerId="LiveId" clId="{E32A09A0-88FC-4F7D-92F6-D9612C2A7168}" dt="2026-05-09T20:32:50.579" v="2804" actId="26606"/>
          <ac:spMkLst>
            <pc:docMk/>
            <pc:sldMk cId="3664098365" sldId="268"/>
            <ac:spMk id="20" creationId="{290FE681-1E05-478A-89DC-5F7AB37CFD77}"/>
          </ac:spMkLst>
        </pc:spChg>
        <pc:spChg chg="add del">
          <ac:chgData name="Kellen Griswold" userId="f5911de059c48467" providerId="LiveId" clId="{E32A09A0-88FC-4F7D-92F6-D9612C2A7168}" dt="2026-05-09T20:32:58.460" v="2806" actId="26606"/>
          <ac:spMkLst>
            <pc:docMk/>
            <pc:sldMk cId="3664098365" sldId="268"/>
            <ac:spMk id="23" creationId="{CADF2543-1B6F-4FBC-A7AF-53A0430E05AB}"/>
          </ac:spMkLst>
        </pc:spChg>
        <pc:spChg chg="add del mod modVis">
          <ac:chgData name="Kellen Griswold" userId="f5911de059c48467" providerId="LiveId" clId="{E32A09A0-88FC-4F7D-92F6-D9612C2A7168}" dt="2026-05-09T20:59:10.822" v="3807" actId="26606"/>
          <ac:spMkLst>
            <pc:docMk/>
            <pc:sldMk cId="3664098365" sldId="268"/>
            <ac:spMk id="26" creationId="{AD2D45C7-2E37-44FD-AC77-116CD14B9ED9}"/>
          </ac:spMkLst>
        </pc:spChg>
        <pc:spChg chg="add del mod modVis">
          <ac:chgData name="Kellen Griswold" userId="f5911de059c48467" providerId="LiveId" clId="{E32A09A0-88FC-4F7D-92F6-D9612C2A7168}" dt="2026-05-09T20:59:10.822" v="3807" actId="26606"/>
          <ac:spMkLst>
            <pc:docMk/>
            <pc:sldMk cId="3664098365" sldId="268"/>
            <ac:spMk id="27" creationId="{1FF88480-2CF1-4C54-8CE3-2CA9CD9FF896}"/>
          </ac:spMkLst>
        </pc:spChg>
        <pc:spChg chg="add del">
          <ac:chgData name="Kellen Griswold" userId="f5911de059c48467" providerId="LiveId" clId="{E32A09A0-88FC-4F7D-92F6-D9612C2A7168}" dt="2026-05-09T20:40:16.836" v="3319" actId="26606"/>
          <ac:spMkLst>
            <pc:docMk/>
            <pc:sldMk cId="3664098365" sldId="268"/>
            <ac:spMk id="29" creationId="{CADF2543-1B6F-4FBC-A7AF-53A0430E05AB}"/>
          </ac:spMkLst>
        </pc:spChg>
        <pc:spChg chg="add del">
          <ac:chgData name="Kellen Griswold" userId="f5911de059c48467" providerId="LiveId" clId="{E32A09A0-88FC-4F7D-92F6-D9612C2A7168}" dt="2026-05-09T20:40:29.918" v="3321" actId="26606"/>
          <ac:spMkLst>
            <pc:docMk/>
            <pc:sldMk cId="3664098365" sldId="268"/>
            <ac:spMk id="31" creationId="{CADF2543-1B6F-4FBC-A7AF-53A0430E05AB}"/>
          </ac:spMkLst>
        </pc:spChg>
        <pc:spChg chg="add del">
          <ac:chgData name="Kellen Griswold" userId="f5911de059c48467" providerId="LiveId" clId="{E32A09A0-88FC-4F7D-92F6-D9612C2A7168}" dt="2026-05-09T20:40:11.506" v="3317" actId="26606"/>
          <ac:spMkLst>
            <pc:docMk/>
            <pc:sldMk cId="3664098365" sldId="268"/>
            <ac:spMk id="32" creationId="{CADF2543-1B6F-4FBC-A7AF-53A0430E05AB}"/>
          </ac:spMkLst>
        </pc:spChg>
        <pc:spChg chg="add del">
          <ac:chgData name="Kellen Griswold" userId="f5911de059c48467" providerId="LiveId" clId="{E32A09A0-88FC-4F7D-92F6-D9612C2A7168}" dt="2026-05-09T21:57:09.993" v="5608" actId="26606"/>
          <ac:spMkLst>
            <pc:docMk/>
            <pc:sldMk cId="3664098365" sldId="268"/>
            <ac:spMk id="35" creationId="{AD2D45C7-2E37-44FD-AC77-116CD14B9ED9}"/>
          </ac:spMkLst>
        </pc:spChg>
        <pc:spChg chg="add del">
          <ac:chgData name="Kellen Griswold" userId="f5911de059c48467" providerId="LiveId" clId="{E32A09A0-88FC-4F7D-92F6-D9612C2A7168}" dt="2026-05-09T21:57:09.993" v="5608" actId="26606"/>
          <ac:spMkLst>
            <pc:docMk/>
            <pc:sldMk cId="3664098365" sldId="268"/>
            <ac:spMk id="36" creationId="{1FF88480-2CF1-4C54-8CE3-2CA9CD9FF896}"/>
          </ac:spMkLst>
        </pc:spChg>
        <pc:spChg chg="add del">
          <ac:chgData name="Kellen Griswold" userId="f5911de059c48467" providerId="LiveId" clId="{E32A09A0-88FC-4F7D-92F6-D9612C2A7168}" dt="2026-05-09T21:57:25.199" v="5609" actId="26606"/>
          <ac:spMkLst>
            <pc:docMk/>
            <pc:sldMk cId="3664098365" sldId="268"/>
            <ac:spMk id="41" creationId="{CADF2543-1B6F-4FBC-A7AF-53A0430E05AB}"/>
          </ac:spMkLst>
        </pc:spChg>
        <pc:spChg chg="add del">
          <ac:chgData name="Kellen Griswold" userId="f5911de059c48467" providerId="LiveId" clId="{E32A09A0-88FC-4F7D-92F6-D9612C2A7168}" dt="2026-05-09T21:57:48.153" v="5611" actId="26606"/>
          <ac:spMkLst>
            <pc:docMk/>
            <pc:sldMk cId="3664098365" sldId="268"/>
            <ac:spMk id="53" creationId="{AD2D45C7-2E37-44FD-AC77-116CD14B9ED9}"/>
          </ac:spMkLst>
        </pc:spChg>
        <pc:spChg chg="add del">
          <ac:chgData name="Kellen Griswold" userId="f5911de059c48467" providerId="LiveId" clId="{E32A09A0-88FC-4F7D-92F6-D9612C2A7168}" dt="2026-05-09T21:57:48.153" v="5611" actId="26606"/>
          <ac:spMkLst>
            <pc:docMk/>
            <pc:sldMk cId="3664098365" sldId="268"/>
            <ac:spMk id="55" creationId="{1FF88480-2CF1-4C54-8CE3-2CA9CD9FF896}"/>
          </ac:spMkLst>
        </pc:spChg>
        <pc:spChg chg="add del">
          <ac:chgData name="Kellen Griswold" userId="f5911de059c48467" providerId="LiveId" clId="{E32A09A0-88FC-4F7D-92F6-D9612C2A7168}" dt="2026-05-09T22:01:43.001" v="5991" actId="26606"/>
          <ac:spMkLst>
            <pc:docMk/>
            <pc:sldMk cId="3664098365" sldId="268"/>
            <ac:spMk id="60" creationId="{CADF2543-1B6F-4FBC-A7AF-53A0430E05AB}"/>
          </ac:spMkLst>
        </pc:spChg>
        <pc:spChg chg="add del">
          <ac:chgData name="Kellen Griswold" userId="f5911de059c48467" providerId="LiveId" clId="{E32A09A0-88FC-4F7D-92F6-D9612C2A7168}" dt="2026-05-09T22:13:39.109" v="6855" actId="700"/>
          <ac:spMkLst>
            <pc:docMk/>
            <pc:sldMk cId="3664098365" sldId="268"/>
            <ac:spMk id="72" creationId="{AD2D45C7-2E37-44FD-AC77-116CD14B9ED9}"/>
          </ac:spMkLst>
        </pc:spChg>
        <pc:spChg chg="add del">
          <ac:chgData name="Kellen Griswold" userId="f5911de059c48467" providerId="LiveId" clId="{E32A09A0-88FC-4F7D-92F6-D9612C2A7168}" dt="2026-05-09T22:13:39.109" v="6855" actId="700"/>
          <ac:spMkLst>
            <pc:docMk/>
            <pc:sldMk cId="3664098365" sldId="268"/>
            <ac:spMk id="74" creationId="{1FF88480-2CF1-4C54-8CE3-2CA9CD9FF896}"/>
          </ac:spMkLst>
        </pc:spChg>
        <pc:grpChg chg="add del">
          <ac:chgData name="Kellen Griswold" userId="f5911de059c48467" providerId="LiveId" clId="{E32A09A0-88FC-4F7D-92F6-D9612C2A7168}" dt="2026-05-09T22:40:30.111" v="7128" actId="700"/>
          <ac:grpSpMkLst>
            <pc:docMk/>
            <pc:sldMk cId="3664098365" sldId="268"/>
            <ac:grpSpMk id="6" creationId="{A80A6E81-6B71-43DF-877B-E964A9A4CB68}"/>
          </ac:grpSpMkLst>
        </pc:grpChg>
        <pc:grpChg chg="add del">
          <ac:chgData name="Kellen Griswold" userId="f5911de059c48467" providerId="LiveId" clId="{E32A09A0-88FC-4F7D-92F6-D9612C2A7168}" dt="2026-05-09T20:32:24.987" v="2800" actId="26606"/>
          <ac:grpSpMkLst>
            <pc:docMk/>
            <pc:sldMk cId="3664098365" sldId="268"/>
            <ac:grpSpMk id="10" creationId="{A80A6E81-6B71-43DF-877B-E964A9A4CB68}"/>
          </ac:grpSpMkLst>
        </pc:grpChg>
        <pc:grpChg chg="add del">
          <ac:chgData name="Kellen Griswold" userId="f5911de059c48467" providerId="LiveId" clId="{E32A09A0-88FC-4F7D-92F6-D9612C2A7168}" dt="2026-05-09T20:32:58.460" v="2806" actId="26606"/>
          <ac:grpSpMkLst>
            <pc:docMk/>
            <pc:sldMk cId="3664098365" sldId="268"/>
            <ac:grpSpMk id="24" creationId="{A80A6E81-6B71-43DF-877B-E964A9A4CB68}"/>
          </ac:grpSpMkLst>
        </pc:grpChg>
        <pc:grpChg chg="add del">
          <ac:chgData name="Kellen Griswold" userId="f5911de059c48467" providerId="LiveId" clId="{E32A09A0-88FC-4F7D-92F6-D9612C2A7168}" dt="2026-05-09T20:40:16.836" v="3319" actId="26606"/>
          <ac:grpSpMkLst>
            <pc:docMk/>
            <pc:sldMk cId="3664098365" sldId="268"/>
            <ac:grpSpMk id="30" creationId="{A80A6E81-6B71-43DF-877B-E964A9A4CB68}"/>
          </ac:grpSpMkLst>
        </pc:grpChg>
        <pc:grpChg chg="add del">
          <ac:chgData name="Kellen Griswold" userId="f5911de059c48467" providerId="LiveId" clId="{E32A09A0-88FC-4F7D-92F6-D9612C2A7168}" dt="2026-05-09T20:40:29.918" v="3321" actId="26606"/>
          <ac:grpSpMkLst>
            <pc:docMk/>
            <pc:sldMk cId="3664098365" sldId="268"/>
            <ac:grpSpMk id="33" creationId="{A80A6E81-6B71-43DF-877B-E964A9A4CB68}"/>
          </ac:grpSpMkLst>
        </pc:grpChg>
        <pc:grpChg chg="add del">
          <ac:chgData name="Kellen Griswold" userId="f5911de059c48467" providerId="LiveId" clId="{E32A09A0-88FC-4F7D-92F6-D9612C2A7168}" dt="2026-05-09T20:40:11.506" v="3317" actId="26606"/>
          <ac:grpSpMkLst>
            <pc:docMk/>
            <pc:sldMk cId="3664098365" sldId="268"/>
            <ac:grpSpMk id="34" creationId="{A80A6E81-6B71-43DF-877B-E964A9A4CB68}"/>
          </ac:grpSpMkLst>
        </pc:grpChg>
        <pc:grpChg chg="add del">
          <ac:chgData name="Kellen Griswold" userId="f5911de059c48467" providerId="LiveId" clId="{E32A09A0-88FC-4F7D-92F6-D9612C2A7168}" dt="2026-05-09T21:57:25.199" v="5609" actId="26606"/>
          <ac:grpSpMkLst>
            <pc:docMk/>
            <pc:sldMk cId="3664098365" sldId="268"/>
            <ac:grpSpMk id="43" creationId="{A80A6E81-6B71-43DF-877B-E964A9A4CB68}"/>
          </ac:grpSpMkLst>
        </pc:grpChg>
        <pc:grpChg chg="add del">
          <ac:chgData name="Kellen Griswold" userId="f5911de059c48467" providerId="LiveId" clId="{E32A09A0-88FC-4F7D-92F6-D9612C2A7168}" dt="2026-05-09T22:01:43.001" v="5991" actId="26606"/>
          <ac:grpSpMkLst>
            <pc:docMk/>
            <pc:sldMk cId="3664098365" sldId="268"/>
            <ac:grpSpMk id="62" creationId="{A80A6E81-6B71-43DF-877B-E964A9A4CB68}"/>
          </ac:grpSpMkLst>
        </pc:grpChg>
        <pc:cxnChg chg="add del">
          <ac:chgData name="Kellen Griswold" userId="f5911de059c48467" providerId="LiveId" clId="{E32A09A0-88FC-4F7D-92F6-D9612C2A7168}" dt="2026-05-09T20:32:50.579" v="2804" actId="26606"/>
          <ac:cxnSpMkLst>
            <pc:docMk/>
            <pc:sldMk cId="3664098365" sldId="268"/>
            <ac:cxnSpMk id="21" creationId="{2E2F21DC-5F0E-42CF-B89C-C1E25E175CB8}"/>
          </ac:cxnSpMkLst>
        </pc:cxnChg>
      </pc:sldChg>
      <pc:sldChg chg="addSp delSp modSp new mod setBg setClrOvrMap modNotesTx">
        <pc:chgData name="Kellen Griswold" userId="f5911de059c48467" providerId="LiveId" clId="{E32A09A0-88FC-4F7D-92F6-D9612C2A7168}" dt="2026-05-10T02:13:36.608" v="10863" actId="20577"/>
        <pc:sldMkLst>
          <pc:docMk/>
          <pc:sldMk cId="3234657719" sldId="269"/>
        </pc:sldMkLst>
        <pc:spChg chg="mod">
          <ac:chgData name="Kellen Griswold" userId="f5911de059c48467" providerId="LiveId" clId="{E32A09A0-88FC-4F7D-92F6-D9612C2A7168}" dt="2026-05-09T21:56:54.553" v="5607" actId="26606"/>
          <ac:spMkLst>
            <pc:docMk/>
            <pc:sldMk cId="3234657719" sldId="269"/>
            <ac:spMk id="2" creationId="{30DC4F31-1EBF-0DCA-3DD7-F20CB9C7D403}"/>
          </ac:spMkLst>
        </pc:spChg>
        <pc:spChg chg="add del mod ord">
          <ac:chgData name="Kellen Griswold" userId="f5911de059c48467" providerId="LiveId" clId="{E32A09A0-88FC-4F7D-92F6-D9612C2A7168}" dt="2026-05-09T22:04:50.670" v="6424" actId="207"/>
          <ac:spMkLst>
            <pc:docMk/>
            <pc:sldMk cId="3234657719" sldId="269"/>
            <ac:spMk id="3" creationId="{86599675-2A9E-0011-AD4B-B8AF01B0B07C}"/>
          </ac:spMkLst>
        </pc:spChg>
        <pc:spChg chg="add del">
          <ac:chgData name="Kellen Griswold" userId="f5911de059c48467" providerId="LiveId" clId="{E32A09A0-88FC-4F7D-92F6-D9612C2A7168}" dt="2026-05-09T20:56:29.912" v="3797" actId="26606"/>
          <ac:spMkLst>
            <pc:docMk/>
            <pc:sldMk cId="3234657719" sldId="269"/>
            <ac:spMk id="8" creationId="{CADF2543-1B6F-4FBC-A7AF-53A0430E05AB}"/>
          </ac:spMkLst>
        </pc:spChg>
        <pc:spChg chg="add del">
          <ac:chgData name="Kellen Griswold" userId="f5911de059c48467" providerId="LiveId" clId="{E32A09A0-88FC-4F7D-92F6-D9612C2A7168}" dt="2026-05-09T20:57:02.779" v="3798" actId="26606"/>
          <ac:spMkLst>
            <pc:docMk/>
            <pc:sldMk cId="3234657719" sldId="269"/>
            <ac:spMk id="18" creationId="{AD2D45C7-2E37-44FD-AC77-116CD14B9ED9}"/>
          </ac:spMkLst>
        </pc:spChg>
        <pc:spChg chg="add del">
          <ac:chgData name="Kellen Griswold" userId="f5911de059c48467" providerId="LiveId" clId="{E32A09A0-88FC-4F7D-92F6-D9612C2A7168}" dt="2026-05-09T20:57:02.779" v="3798" actId="26606"/>
          <ac:spMkLst>
            <pc:docMk/>
            <pc:sldMk cId="3234657719" sldId="269"/>
            <ac:spMk id="19" creationId="{1FF88480-2CF1-4C54-8CE3-2CA9CD9FF896}"/>
          </ac:spMkLst>
        </pc:spChg>
        <pc:spChg chg="add del">
          <ac:chgData name="Kellen Griswold" userId="f5911de059c48467" providerId="LiveId" clId="{E32A09A0-88FC-4F7D-92F6-D9612C2A7168}" dt="2026-05-09T20:55:31.035" v="3794" actId="26606"/>
          <ac:spMkLst>
            <pc:docMk/>
            <pc:sldMk cId="3234657719" sldId="269"/>
            <ac:spMk id="20" creationId="{7509B08A-C1EC-478C-86AF-60ADE06D9BBB}"/>
          </ac:spMkLst>
        </pc:spChg>
        <pc:spChg chg="add del">
          <ac:chgData name="Kellen Griswold" userId="f5911de059c48467" providerId="LiveId" clId="{E32A09A0-88FC-4F7D-92F6-D9612C2A7168}" dt="2026-05-09T20:55:31.035" v="3794" actId="26606"/>
          <ac:spMkLst>
            <pc:docMk/>
            <pc:sldMk cId="3234657719" sldId="269"/>
            <ac:spMk id="22" creationId="{221CC330-4259-4C32-BF8B-5FE13FFABB3A}"/>
          </ac:spMkLst>
        </pc:spChg>
        <pc:spChg chg="add del">
          <ac:chgData name="Kellen Griswold" userId="f5911de059c48467" providerId="LiveId" clId="{E32A09A0-88FC-4F7D-92F6-D9612C2A7168}" dt="2026-05-09T21:56:54.553" v="5607" actId="26606"/>
          <ac:spMkLst>
            <pc:docMk/>
            <pc:sldMk cId="3234657719" sldId="269"/>
            <ac:spMk id="24" creationId="{00D64783-0B21-4845-9BB6-4F690B096484}"/>
          </ac:spMkLst>
        </pc:spChg>
        <pc:spChg chg="add del">
          <ac:chgData name="Kellen Griswold" userId="f5911de059c48467" providerId="LiveId" clId="{E32A09A0-88FC-4F7D-92F6-D9612C2A7168}" dt="2026-05-09T21:56:54.553" v="5607" actId="26606"/>
          <ac:spMkLst>
            <pc:docMk/>
            <pc:sldMk cId="3234657719" sldId="269"/>
            <ac:spMk id="26" creationId="{500E751B-C75E-409D-8E55-2C95DF86A654}"/>
          </ac:spMkLst>
        </pc:spChg>
        <pc:spChg chg="add">
          <ac:chgData name="Kellen Griswold" userId="f5911de059c48467" providerId="LiveId" clId="{E32A09A0-88FC-4F7D-92F6-D9612C2A7168}" dt="2026-05-09T21:56:54.553" v="5607" actId="26606"/>
          <ac:spMkLst>
            <pc:docMk/>
            <pc:sldMk cId="3234657719" sldId="269"/>
            <ac:spMk id="31" creationId="{7E89D346-FD24-4FBA-A956-3200CC175980}"/>
          </ac:spMkLst>
        </pc:spChg>
        <pc:spChg chg="add">
          <ac:chgData name="Kellen Griswold" userId="f5911de059c48467" providerId="LiveId" clId="{E32A09A0-88FC-4F7D-92F6-D9612C2A7168}" dt="2026-05-09T21:56:54.553" v="5607" actId="26606"/>
          <ac:spMkLst>
            <pc:docMk/>
            <pc:sldMk cId="3234657719" sldId="269"/>
            <ac:spMk id="33" creationId="{9F1E6C01-CE56-48FB-B0C1-482CC243DC72}"/>
          </ac:spMkLst>
        </pc:spChg>
        <pc:grpChg chg="add del">
          <ac:chgData name="Kellen Griswold" userId="f5911de059c48467" providerId="LiveId" clId="{E32A09A0-88FC-4F7D-92F6-D9612C2A7168}" dt="2026-05-09T20:56:29.912" v="3797" actId="26606"/>
          <ac:grpSpMkLst>
            <pc:docMk/>
            <pc:sldMk cId="3234657719" sldId="269"/>
            <ac:grpSpMk id="10" creationId="{A80A6E81-6B71-43DF-877B-E964A9A4CB68}"/>
          </ac:grpSpMkLst>
        </pc:grpChg>
        <pc:grpChg chg="add">
          <ac:chgData name="Kellen Griswold" userId="f5911de059c48467" providerId="LiveId" clId="{E32A09A0-88FC-4F7D-92F6-D9612C2A7168}" dt="2026-05-09T21:56:54.553" v="5607" actId="26606"/>
          <ac:grpSpMkLst>
            <pc:docMk/>
            <pc:sldMk cId="3234657719" sldId="269"/>
            <ac:grpSpMk id="35" creationId="{FA392D60-45E0-40B9-8C90-AAD5DEEB2AF4}"/>
          </ac:grpSpMkLst>
        </pc:grpChg>
        <pc:graphicFrameChg chg="add del">
          <ac:chgData name="Kellen Griswold" userId="f5911de059c48467" providerId="LiveId" clId="{E32A09A0-88FC-4F7D-92F6-D9612C2A7168}" dt="2026-05-09T20:56:04.438" v="3796" actId="26606"/>
          <ac:graphicFrameMkLst>
            <pc:docMk/>
            <pc:sldMk cId="3234657719" sldId="269"/>
            <ac:graphicFrameMk id="17" creationId="{F0B8383C-D064-C41A-81BE-C22A6C872D90}"/>
          </ac:graphicFrameMkLst>
        </pc:graphicFrameChg>
        <pc:picChg chg="add mod">
          <ac:chgData name="Kellen Griswold" userId="f5911de059c48467" providerId="LiveId" clId="{E32A09A0-88FC-4F7D-92F6-D9612C2A7168}" dt="2026-05-09T21:56:54.553" v="5607" actId="26606"/>
          <ac:picMkLst>
            <pc:docMk/>
            <pc:sldMk cId="3234657719" sldId="269"/>
            <ac:picMk id="5" creationId="{B6298FF6-D778-250F-F4C4-712423A84AF6}"/>
          </ac:picMkLst>
        </pc:picChg>
      </pc:sldChg>
      <pc:sldChg chg="del">
        <pc:chgData name="Kellen Griswold" userId="f5911de059c48467" providerId="LiveId" clId="{E32A09A0-88FC-4F7D-92F6-D9612C2A7168}" dt="2026-05-09T19:54:21.832" v="26" actId="2696"/>
        <pc:sldMkLst>
          <pc:docMk/>
          <pc:sldMk cId="771588527" sldId="270"/>
        </pc:sldMkLst>
      </pc:sldChg>
      <pc:sldChg chg="addSp delSp modSp new mod setBg modNotesTx">
        <pc:chgData name="Kellen Griswold" userId="f5911de059c48467" providerId="LiveId" clId="{E32A09A0-88FC-4F7D-92F6-D9612C2A7168}" dt="2026-05-10T02:15:46.555" v="10986" actId="6549"/>
        <pc:sldMkLst>
          <pc:docMk/>
          <pc:sldMk cId="1677247604" sldId="270"/>
        </pc:sldMkLst>
        <pc:spChg chg="mod">
          <ac:chgData name="Kellen Griswold" userId="f5911de059c48467" providerId="LiveId" clId="{E32A09A0-88FC-4F7D-92F6-D9612C2A7168}" dt="2026-05-09T22:06:50.145" v="6464" actId="14100"/>
          <ac:spMkLst>
            <pc:docMk/>
            <pc:sldMk cId="1677247604" sldId="270"/>
            <ac:spMk id="2" creationId="{66AF7B09-C82B-605C-F278-D2D0322ECE55}"/>
          </ac:spMkLst>
        </pc:spChg>
        <pc:spChg chg="mod ord">
          <ac:chgData name="Kellen Griswold" userId="f5911de059c48467" providerId="LiveId" clId="{E32A09A0-88FC-4F7D-92F6-D9612C2A7168}" dt="2026-05-09T22:06:35.328" v="6462" actId="1076"/>
          <ac:spMkLst>
            <pc:docMk/>
            <pc:sldMk cId="1677247604" sldId="270"/>
            <ac:spMk id="3" creationId="{6F395E44-27C7-4816-7A8F-B760FA610216}"/>
          </ac:spMkLst>
        </pc:spChg>
        <pc:spChg chg="add">
          <ac:chgData name="Kellen Griswold" userId="f5911de059c48467" providerId="LiveId" clId="{E32A09A0-88FC-4F7D-92F6-D9612C2A7168}" dt="2026-05-09T22:03:16.931" v="6412" actId="26606"/>
          <ac:spMkLst>
            <pc:docMk/>
            <pc:sldMk cId="1677247604" sldId="270"/>
            <ac:spMk id="7" creationId="{E09CCB3F-DBCE-4964-9E34-8C5DE80EF4B5}"/>
          </ac:spMkLst>
        </pc:spChg>
        <pc:spChg chg="add">
          <ac:chgData name="Kellen Griswold" userId="f5911de059c48467" providerId="LiveId" clId="{E32A09A0-88FC-4F7D-92F6-D9612C2A7168}" dt="2026-05-09T22:03:16.931" v="6412" actId="26606"/>
          <ac:spMkLst>
            <pc:docMk/>
            <pc:sldMk cId="1677247604" sldId="270"/>
            <ac:spMk id="8" creationId="{1DFF944F-74BA-483A-82C0-64E3AAF4AE98}"/>
          </ac:spMkLst>
        </pc:spChg>
        <pc:spChg chg="add del">
          <ac:chgData name="Kellen Griswold" userId="f5911de059c48467" providerId="LiveId" clId="{E32A09A0-88FC-4F7D-92F6-D9612C2A7168}" dt="2026-05-09T21:11:44.770" v="4055" actId="26606"/>
          <ac:spMkLst>
            <pc:docMk/>
            <pc:sldMk cId="1677247604" sldId="270"/>
            <ac:spMk id="10" creationId="{E09CCB3F-DBCE-4964-9E34-8C5DE80EF4B5}"/>
          </ac:spMkLst>
        </pc:spChg>
        <pc:spChg chg="add del">
          <ac:chgData name="Kellen Griswold" userId="f5911de059c48467" providerId="LiveId" clId="{E32A09A0-88FC-4F7D-92F6-D9612C2A7168}" dt="2026-05-09T21:11:44.770" v="4055" actId="26606"/>
          <ac:spMkLst>
            <pc:docMk/>
            <pc:sldMk cId="1677247604" sldId="270"/>
            <ac:spMk id="12" creationId="{1DFF944F-74BA-483A-82C0-64E3AAF4AE98}"/>
          </ac:spMkLst>
        </pc:spChg>
        <pc:grpChg chg="add">
          <ac:chgData name="Kellen Griswold" userId="f5911de059c48467" providerId="LiveId" clId="{E32A09A0-88FC-4F7D-92F6-D9612C2A7168}" dt="2026-05-09T22:03:16.931" v="6412" actId="26606"/>
          <ac:grpSpMkLst>
            <pc:docMk/>
            <pc:sldMk cId="1677247604" sldId="270"/>
            <ac:grpSpMk id="9" creationId="{A9733A91-F958-4629-801A-3F6F1E09AD64}"/>
          </ac:grpSpMkLst>
        </pc:grpChg>
        <pc:grpChg chg="add del">
          <ac:chgData name="Kellen Griswold" userId="f5911de059c48467" providerId="LiveId" clId="{E32A09A0-88FC-4F7D-92F6-D9612C2A7168}" dt="2026-05-09T21:11:44.770" v="4055" actId="26606"/>
          <ac:grpSpMkLst>
            <pc:docMk/>
            <pc:sldMk cId="1677247604" sldId="270"/>
            <ac:grpSpMk id="14" creationId="{A9733A91-F958-4629-801A-3F6F1E09AD64}"/>
          </ac:grpSpMkLst>
        </pc:grpChg>
        <pc:picChg chg="add mod">
          <ac:chgData name="Kellen Griswold" userId="f5911de059c48467" providerId="LiveId" clId="{E32A09A0-88FC-4F7D-92F6-D9612C2A7168}" dt="2026-05-09T22:03:16.931" v="6412" actId="26606"/>
          <ac:picMkLst>
            <pc:docMk/>
            <pc:sldMk cId="1677247604" sldId="270"/>
            <ac:picMk id="5" creationId="{1AF26230-769F-E571-6992-EDA89BB115A0}"/>
          </ac:picMkLst>
        </pc:picChg>
      </pc:sldChg>
      <pc:sldChg chg="new del">
        <pc:chgData name="Kellen Griswold" userId="f5911de059c48467" providerId="LiveId" clId="{E32A09A0-88FC-4F7D-92F6-D9612C2A7168}" dt="2026-05-09T19:54:19.783" v="25" actId="2696"/>
        <pc:sldMkLst>
          <pc:docMk/>
          <pc:sldMk cId="1038888759" sldId="271"/>
        </pc:sldMkLst>
      </pc:sldChg>
      <pc:sldChg chg="addSp delSp modSp new mod setBg modNotesTx">
        <pc:chgData name="Kellen Griswold" userId="f5911de059c48467" providerId="LiveId" clId="{E32A09A0-88FC-4F7D-92F6-D9612C2A7168}" dt="2026-05-10T02:18:06.391" v="11081" actId="20577"/>
        <pc:sldMkLst>
          <pc:docMk/>
          <pc:sldMk cId="2644765092" sldId="271"/>
        </pc:sldMkLst>
        <pc:spChg chg="mod">
          <ac:chgData name="Kellen Griswold" userId="f5911de059c48467" providerId="LiveId" clId="{E32A09A0-88FC-4F7D-92F6-D9612C2A7168}" dt="2026-05-09T22:07:10.228" v="6465" actId="404"/>
          <ac:spMkLst>
            <pc:docMk/>
            <pc:sldMk cId="2644765092" sldId="271"/>
            <ac:spMk id="2" creationId="{34C80D5A-1070-7755-9DE0-AB1DF749F7C5}"/>
          </ac:spMkLst>
        </pc:spChg>
        <pc:spChg chg="del">
          <ac:chgData name="Kellen Griswold" userId="f5911de059c48467" providerId="LiveId" clId="{E32A09A0-88FC-4F7D-92F6-D9612C2A7168}" dt="2026-05-09T21:24:04.414" v="5323" actId="931"/>
          <ac:spMkLst>
            <pc:docMk/>
            <pc:sldMk cId="2644765092" sldId="271"/>
            <ac:spMk id="3" creationId="{6A75BA0D-CA08-71B8-A2EF-8EE14652C323}"/>
          </ac:spMkLst>
        </pc:spChg>
        <pc:spChg chg="add mod">
          <ac:chgData name="Kellen Griswold" userId="f5911de059c48467" providerId="LiveId" clId="{E32A09A0-88FC-4F7D-92F6-D9612C2A7168}" dt="2026-05-09T22:09:19.424" v="6478" actId="5793"/>
          <ac:spMkLst>
            <pc:docMk/>
            <pc:sldMk cId="2644765092" sldId="271"/>
            <ac:spMk id="8" creationId="{873B24F3-AD4B-D2D4-3903-B1DED50F6B40}"/>
          </ac:spMkLst>
        </pc:spChg>
        <pc:spChg chg="add del">
          <ac:chgData name="Kellen Griswold" userId="f5911de059c48467" providerId="LiveId" clId="{E32A09A0-88FC-4F7D-92F6-D9612C2A7168}" dt="2026-05-09T21:26:35.928" v="5328" actId="26606"/>
          <ac:spMkLst>
            <pc:docMk/>
            <pc:sldMk cId="2644765092" sldId="271"/>
            <ac:spMk id="22" creationId="{0BE1027C-ABCB-4C82-91A2-F67B9A5A65A6}"/>
          </ac:spMkLst>
        </pc:spChg>
        <pc:spChg chg="add del">
          <ac:chgData name="Kellen Griswold" userId="f5911de059c48467" providerId="LiveId" clId="{E32A09A0-88FC-4F7D-92F6-D9612C2A7168}" dt="2026-05-09T21:26:35.928" v="5328" actId="26606"/>
          <ac:spMkLst>
            <pc:docMk/>
            <pc:sldMk cId="2644765092" sldId="271"/>
            <ac:spMk id="31" creationId="{FDAF26D5-7469-49F5-902D-571FA58A7EEE}"/>
          </ac:spMkLst>
        </pc:spChg>
        <pc:grpChg chg="add del">
          <ac:chgData name="Kellen Griswold" userId="f5911de059c48467" providerId="LiveId" clId="{E32A09A0-88FC-4F7D-92F6-D9612C2A7168}" dt="2026-05-09T21:26:35.928" v="5328" actId="26606"/>
          <ac:grpSpMkLst>
            <pc:docMk/>
            <pc:sldMk cId="2644765092" sldId="271"/>
            <ac:grpSpMk id="24" creationId="{0CC57C46-4659-4AF2-9180-2DEED214CDD7}"/>
          </ac:grpSpMkLst>
        </pc:grpChg>
        <pc:picChg chg="add mod ord">
          <ac:chgData name="Kellen Griswold" userId="f5911de059c48467" providerId="LiveId" clId="{E32A09A0-88FC-4F7D-92F6-D9612C2A7168}" dt="2026-05-09T22:09:58.807" v="6479" actId="1076"/>
          <ac:picMkLst>
            <pc:docMk/>
            <pc:sldMk cId="2644765092" sldId="271"/>
            <ac:picMk id="5" creationId="{EE4428E6-4FA6-C60E-D7E0-CB00955CBA41}"/>
          </ac:picMkLst>
        </pc:picChg>
        <pc:picChg chg="add mod">
          <ac:chgData name="Kellen Griswold" userId="f5911de059c48467" providerId="LiveId" clId="{E32A09A0-88FC-4F7D-92F6-D9612C2A7168}" dt="2026-05-09T21:52:36.863" v="5574" actId="1076"/>
          <ac:picMkLst>
            <pc:docMk/>
            <pc:sldMk cId="2644765092" sldId="271"/>
            <ac:picMk id="7" creationId="{1179D5FA-A303-4EE9-3C48-C752F784951A}"/>
          </ac:picMkLst>
        </pc:picChg>
        <pc:cxnChg chg="add del">
          <ac:chgData name="Kellen Griswold" userId="f5911de059c48467" providerId="LiveId" clId="{E32A09A0-88FC-4F7D-92F6-D9612C2A7168}" dt="2026-05-09T21:26:35.928" v="5328" actId="26606"/>
          <ac:cxnSpMkLst>
            <pc:docMk/>
            <pc:sldMk cId="2644765092" sldId="271"/>
            <ac:cxnSpMk id="12" creationId="{DD6CFB6C-6ECB-4250-B68E-01966297A513}"/>
          </ac:cxnSpMkLst>
        </pc:cxnChg>
        <pc:cxnChg chg="add del">
          <ac:chgData name="Kellen Griswold" userId="f5911de059c48467" providerId="LiveId" clId="{E32A09A0-88FC-4F7D-92F6-D9612C2A7168}" dt="2026-05-09T21:26:35.928" v="5328" actId="26606"/>
          <ac:cxnSpMkLst>
            <pc:docMk/>
            <pc:sldMk cId="2644765092" sldId="271"/>
            <ac:cxnSpMk id="16" creationId="{FA903156-0F0C-44A5-9019-0CAF51EB494A}"/>
          </ac:cxnSpMkLst>
        </pc:cxnChg>
        <pc:cxnChg chg="add del">
          <ac:chgData name="Kellen Griswold" userId="f5911de059c48467" providerId="LiveId" clId="{E32A09A0-88FC-4F7D-92F6-D9612C2A7168}" dt="2026-05-09T21:26:35.928" v="5328" actId="26606"/>
          <ac:cxnSpMkLst>
            <pc:docMk/>
            <pc:sldMk cId="2644765092" sldId="271"/>
            <ac:cxnSpMk id="18" creationId="{66E5E851-3725-463F-9451-2FFEF5D3E089}"/>
          </ac:cxnSpMkLst>
        </pc:cxnChg>
        <pc:cxnChg chg="add del">
          <ac:chgData name="Kellen Griswold" userId="f5911de059c48467" providerId="LiveId" clId="{E32A09A0-88FC-4F7D-92F6-D9612C2A7168}" dt="2026-05-09T21:26:35.928" v="5328" actId="26606"/>
          <ac:cxnSpMkLst>
            <pc:docMk/>
            <pc:sldMk cId="2644765092" sldId="271"/>
            <ac:cxnSpMk id="20" creationId="{94209D59-6810-40C2-B8D6-6DACF8A06143}"/>
          </ac:cxnSpMkLst>
        </pc:cxnChg>
      </pc:sldChg>
      <pc:sldChg chg="addSp delSp modSp new mod setBg setClrOvrMap modNotesTx">
        <pc:chgData name="Kellen Griswold" userId="f5911de059c48467" providerId="LiveId" clId="{E32A09A0-88FC-4F7D-92F6-D9612C2A7168}" dt="2026-05-10T01:44:00.914" v="10017" actId="20577"/>
        <pc:sldMkLst>
          <pc:docMk/>
          <pc:sldMk cId="747112915" sldId="272"/>
        </pc:sldMkLst>
        <pc:spChg chg="mod">
          <ac:chgData name="Kellen Griswold" userId="f5911de059c48467" providerId="LiveId" clId="{E32A09A0-88FC-4F7D-92F6-D9612C2A7168}" dt="2026-05-09T22:48:52.562" v="7357" actId="26606"/>
          <ac:spMkLst>
            <pc:docMk/>
            <pc:sldMk cId="747112915" sldId="272"/>
            <ac:spMk id="2" creationId="{145089FB-00B2-F5C3-DE7A-3D7AA1D64F7F}"/>
          </ac:spMkLst>
        </pc:spChg>
        <pc:spChg chg="mod ord">
          <ac:chgData name="Kellen Griswold" userId="f5911de059c48467" providerId="LiveId" clId="{E32A09A0-88FC-4F7D-92F6-D9612C2A7168}" dt="2026-05-09T22:53:17.737" v="7477" actId="1076"/>
          <ac:spMkLst>
            <pc:docMk/>
            <pc:sldMk cId="747112915" sldId="272"/>
            <ac:spMk id="3" creationId="{A6F09AB8-B136-6A3E-A4D1-25D79AE47AE7}"/>
          </ac:spMkLst>
        </pc:spChg>
        <pc:spChg chg="add del">
          <ac:chgData name="Kellen Griswold" userId="f5911de059c48467" providerId="LiveId" clId="{E32A09A0-88FC-4F7D-92F6-D9612C2A7168}" dt="2026-05-09T22:48:52.562" v="7357" actId="26606"/>
          <ac:spMkLst>
            <pc:docMk/>
            <pc:sldMk cId="747112915" sldId="272"/>
            <ac:spMk id="9" creationId="{CBEC666E-043C-4EA7-B3A5-55D2F52D57E5}"/>
          </ac:spMkLst>
        </pc:spChg>
        <pc:spChg chg="add del">
          <ac:chgData name="Kellen Griswold" userId="f5911de059c48467" providerId="LiveId" clId="{E32A09A0-88FC-4F7D-92F6-D9612C2A7168}" dt="2026-05-09T22:46:57.853" v="7340" actId="26606"/>
          <ac:spMkLst>
            <pc:docMk/>
            <pc:sldMk cId="747112915" sldId="272"/>
            <ac:spMk id="10" creationId="{D6F819BF-BEC4-454B-82CF-C7F1926407F9}"/>
          </ac:spMkLst>
        </pc:spChg>
        <pc:spChg chg="add del">
          <ac:chgData name="Kellen Griswold" userId="f5911de059c48467" providerId="LiveId" clId="{E32A09A0-88FC-4F7D-92F6-D9612C2A7168}" dt="2026-05-09T22:48:52.562" v="7357" actId="26606"/>
          <ac:spMkLst>
            <pc:docMk/>
            <pc:sldMk cId="747112915" sldId="272"/>
            <ac:spMk id="11" creationId="{D05C369B-0FDD-402D-9EE1-858137FB5D04}"/>
          </ac:spMkLst>
        </pc:spChg>
        <pc:spChg chg="add del">
          <ac:chgData name="Kellen Griswold" userId="f5911de059c48467" providerId="LiveId" clId="{E32A09A0-88FC-4F7D-92F6-D9612C2A7168}" dt="2026-05-09T22:46:57.853" v="7340" actId="26606"/>
          <ac:spMkLst>
            <pc:docMk/>
            <pc:sldMk cId="747112915" sldId="272"/>
            <ac:spMk id="12" creationId="{79D5C3D0-88DD-405B-A549-4B5C3712E181}"/>
          </ac:spMkLst>
        </pc:spChg>
        <pc:spChg chg="add del">
          <ac:chgData name="Kellen Griswold" userId="f5911de059c48467" providerId="LiveId" clId="{E32A09A0-88FC-4F7D-92F6-D9612C2A7168}" dt="2026-05-09T22:46:59.455" v="7342" actId="26606"/>
          <ac:spMkLst>
            <pc:docMk/>
            <pc:sldMk cId="747112915" sldId="272"/>
            <ac:spMk id="21" creationId="{E09CCB3F-DBCE-4964-9E34-8C5DE80EF4B5}"/>
          </ac:spMkLst>
        </pc:spChg>
        <pc:spChg chg="add del">
          <ac:chgData name="Kellen Griswold" userId="f5911de059c48467" providerId="LiveId" clId="{E32A09A0-88FC-4F7D-92F6-D9612C2A7168}" dt="2026-05-09T22:46:59.455" v="7342" actId="26606"/>
          <ac:spMkLst>
            <pc:docMk/>
            <pc:sldMk cId="747112915" sldId="272"/>
            <ac:spMk id="22" creationId="{1DFF944F-74BA-483A-82C0-64E3AAF4AE98}"/>
          </ac:spMkLst>
        </pc:spChg>
        <pc:spChg chg="add del">
          <ac:chgData name="Kellen Griswold" userId="f5911de059c48467" providerId="LiveId" clId="{E32A09A0-88FC-4F7D-92F6-D9612C2A7168}" dt="2026-05-09T22:47:08.794" v="7346" actId="26606"/>
          <ac:spMkLst>
            <pc:docMk/>
            <pc:sldMk cId="747112915" sldId="272"/>
            <ac:spMk id="25" creationId="{9ACA6826-032C-4799-B079-15DB2A6CBD93}"/>
          </ac:spMkLst>
        </pc:spChg>
        <pc:grpChg chg="add del">
          <ac:chgData name="Kellen Griswold" userId="f5911de059c48467" providerId="LiveId" clId="{E32A09A0-88FC-4F7D-92F6-D9612C2A7168}" dt="2026-05-09T22:46:57.853" v="7340" actId="26606"/>
          <ac:grpSpMkLst>
            <pc:docMk/>
            <pc:sldMk cId="747112915" sldId="272"/>
            <ac:grpSpMk id="14" creationId="{B29E1950-A366-48B7-8DAB-726C0DE58072}"/>
          </ac:grpSpMkLst>
        </pc:grpChg>
        <pc:grpChg chg="add del">
          <ac:chgData name="Kellen Griswold" userId="f5911de059c48467" providerId="LiveId" clId="{E32A09A0-88FC-4F7D-92F6-D9612C2A7168}" dt="2026-05-09T22:48:52.562" v="7357" actId="26606"/>
          <ac:grpSpMkLst>
            <pc:docMk/>
            <pc:sldMk cId="747112915" sldId="272"/>
            <ac:grpSpMk id="16" creationId="{ADDE2C3E-3205-470A-BD3C-E856A8E21FC0}"/>
          </ac:grpSpMkLst>
        </pc:grpChg>
        <pc:grpChg chg="add del">
          <ac:chgData name="Kellen Griswold" userId="f5911de059c48467" providerId="LiveId" clId="{E32A09A0-88FC-4F7D-92F6-D9612C2A7168}" dt="2026-05-09T22:46:59.455" v="7342" actId="26606"/>
          <ac:grpSpMkLst>
            <pc:docMk/>
            <pc:sldMk cId="747112915" sldId="272"/>
            <ac:grpSpMk id="23" creationId="{A9733A91-F958-4629-801A-3F6F1E09AD64}"/>
          </ac:grpSpMkLst>
        </pc:grpChg>
        <pc:grpChg chg="add del">
          <ac:chgData name="Kellen Griswold" userId="f5911de059c48467" providerId="LiveId" clId="{E32A09A0-88FC-4F7D-92F6-D9612C2A7168}" dt="2026-05-09T22:47:08.794" v="7346" actId="26606"/>
          <ac:grpSpMkLst>
            <pc:docMk/>
            <pc:sldMk cId="747112915" sldId="272"/>
            <ac:grpSpMk id="26" creationId="{DD58A807-BD0E-4B1D-A523-2F20E7FE2695}"/>
          </ac:grpSpMkLst>
        </pc:grpChg>
        <pc:picChg chg="add del mod ord">
          <ac:chgData name="Kellen Griswold" userId="f5911de059c48467" providerId="LiveId" clId="{E32A09A0-88FC-4F7D-92F6-D9612C2A7168}" dt="2026-05-09T22:53:20.795" v="7478" actId="14100"/>
          <ac:picMkLst>
            <pc:docMk/>
            <pc:sldMk cId="747112915" sldId="272"/>
            <ac:picMk id="5" creationId="{9A978B19-C4BE-E59C-BFB2-2E72B349A967}"/>
          </ac:picMkLst>
        </pc:picChg>
        <pc:picChg chg="add del mod">
          <ac:chgData name="Kellen Griswold" userId="f5911de059c48467" providerId="LiveId" clId="{E32A09A0-88FC-4F7D-92F6-D9612C2A7168}" dt="2026-05-09T22:49:09.300" v="7362" actId="478"/>
          <ac:picMkLst>
            <pc:docMk/>
            <pc:sldMk cId="747112915" sldId="272"/>
            <ac:picMk id="7" creationId="{BEA0B9BC-7282-7C2E-69B6-6491F5BF0CB8}"/>
          </ac:picMkLst>
        </pc:picChg>
      </pc:sldChg>
      <pc:sldChg chg="addSp delSp modSp new mod setBg modClrScheme chgLayout modNotesTx">
        <pc:chgData name="Kellen Griswold" userId="f5911de059c48467" providerId="LiveId" clId="{E32A09A0-88FC-4F7D-92F6-D9612C2A7168}" dt="2026-05-10T02:04:12.243" v="10676" actId="20577"/>
        <pc:sldMkLst>
          <pc:docMk/>
          <pc:sldMk cId="1422053722" sldId="273"/>
        </pc:sldMkLst>
        <pc:spChg chg="del mod ord">
          <ac:chgData name="Kellen Griswold" userId="f5911de059c48467" providerId="LiveId" clId="{E32A09A0-88FC-4F7D-92F6-D9612C2A7168}" dt="2026-05-09T22:54:42.229" v="7482" actId="700"/>
          <ac:spMkLst>
            <pc:docMk/>
            <pc:sldMk cId="1422053722" sldId="273"/>
            <ac:spMk id="2" creationId="{602EEF50-AEDE-6EA7-4C2C-B40EE44EC465}"/>
          </ac:spMkLst>
        </pc:spChg>
        <pc:spChg chg="del mod ord">
          <ac:chgData name="Kellen Griswold" userId="f5911de059c48467" providerId="LiveId" clId="{E32A09A0-88FC-4F7D-92F6-D9612C2A7168}" dt="2026-05-09T22:54:42.229" v="7482" actId="700"/>
          <ac:spMkLst>
            <pc:docMk/>
            <pc:sldMk cId="1422053722" sldId="273"/>
            <ac:spMk id="3" creationId="{F802938E-D5E3-E288-EC88-0E8971B54435}"/>
          </ac:spMkLst>
        </pc:spChg>
        <pc:spChg chg="add mod ord">
          <ac:chgData name="Kellen Griswold" userId="f5911de059c48467" providerId="LiveId" clId="{E32A09A0-88FC-4F7D-92F6-D9612C2A7168}" dt="2026-05-09T23:26:43.429" v="8409" actId="14100"/>
          <ac:spMkLst>
            <pc:docMk/>
            <pc:sldMk cId="1422053722" sldId="273"/>
            <ac:spMk id="4" creationId="{B771BD97-ABFB-2CD9-8702-9B6CCC031F79}"/>
          </ac:spMkLst>
        </pc:spChg>
        <pc:spChg chg="add mod ord">
          <ac:chgData name="Kellen Griswold" userId="f5911de059c48467" providerId="LiveId" clId="{E32A09A0-88FC-4F7D-92F6-D9612C2A7168}" dt="2026-05-10T01:59:26.675" v="10338" actId="20577"/>
          <ac:spMkLst>
            <pc:docMk/>
            <pc:sldMk cId="1422053722" sldId="273"/>
            <ac:spMk id="5" creationId="{22A658D1-E2CB-380A-41E4-CC9614E72011}"/>
          </ac:spMkLst>
        </pc:spChg>
        <pc:spChg chg="add">
          <ac:chgData name="Kellen Griswold" userId="f5911de059c48467" providerId="LiveId" clId="{E32A09A0-88FC-4F7D-92F6-D9612C2A7168}" dt="2026-05-09T22:55:27.639" v="7497" actId="26606"/>
          <ac:spMkLst>
            <pc:docMk/>
            <pc:sldMk cId="1422053722" sldId="273"/>
            <ac:spMk id="10" creationId="{CADF2543-1B6F-4FBC-A7AF-53A0430E05AB}"/>
          </ac:spMkLst>
        </pc:spChg>
        <pc:grpChg chg="add">
          <ac:chgData name="Kellen Griswold" userId="f5911de059c48467" providerId="LiveId" clId="{E32A09A0-88FC-4F7D-92F6-D9612C2A7168}" dt="2026-05-09T22:55:27.639" v="7497" actId="26606"/>
          <ac:grpSpMkLst>
            <pc:docMk/>
            <pc:sldMk cId="1422053722" sldId="273"/>
            <ac:grpSpMk id="12" creationId="{A80A6E81-6B71-43DF-877B-E964A9A4CB68}"/>
          </ac:grpSpMkLst>
        </pc:grpChg>
      </pc:sldChg>
      <pc:sldChg chg="addSp delSp modSp new mod setBg modNotesTx">
        <pc:chgData name="Kellen Griswold" userId="f5911de059c48467" providerId="LiveId" clId="{E32A09A0-88FC-4F7D-92F6-D9612C2A7168}" dt="2026-05-10T02:20:52.624" v="11087" actId="20577"/>
        <pc:sldMkLst>
          <pc:docMk/>
          <pc:sldMk cId="2243916154" sldId="274"/>
        </pc:sldMkLst>
        <pc:spChg chg="mod">
          <ac:chgData name="Kellen Griswold" userId="f5911de059c48467" providerId="LiveId" clId="{E32A09A0-88FC-4F7D-92F6-D9612C2A7168}" dt="2026-05-09T23:17:02.773" v="7927" actId="26606"/>
          <ac:spMkLst>
            <pc:docMk/>
            <pc:sldMk cId="2243916154" sldId="274"/>
            <ac:spMk id="2" creationId="{4DE9C509-0FA4-9F38-7D3D-E69E1C922F02}"/>
          </ac:spMkLst>
        </pc:spChg>
        <pc:spChg chg="mod ord">
          <ac:chgData name="Kellen Griswold" userId="f5911de059c48467" providerId="LiveId" clId="{E32A09A0-88FC-4F7D-92F6-D9612C2A7168}" dt="2026-05-09T23:23:21.951" v="8190" actId="207"/>
          <ac:spMkLst>
            <pc:docMk/>
            <pc:sldMk cId="2243916154" sldId="274"/>
            <ac:spMk id="3" creationId="{A0A1AF24-5DC1-DA5B-F400-DDD51103B6DD}"/>
          </ac:spMkLst>
        </pc:spChg>
        <pc:spChg chg="add del">
          <ac:chgData name="Kellen Griswold" userId="f5911de059c48467" providerId="LiveId" clId="{E32A09A0-88FC-4F7D-92F6-D9612C2A7168}" dt="2026-05-09T23:16:50.217" v="7924" actId="26606"/>
          <ac:spMkLst>
            <pc:docMk/>
            <pc:sldMk cId="2243916154" sldId="274"/>
            <ac:spMk id="10" creationId="{B9403C7F-76AE-4587-92A2-D4E41EBE68BD}"/>
          </ac:spMkLst>
        </pc:spChg>
        <pc:spChg chg="add del">
          <ac:chgData name="Kellen Griswold" userId="f5911de059c48467" providerId="LiveId" clId="{E32A09A0-88FC-4F7D-92F6-D9612C2A7168}" dt="2026-05-09T23:17:02.760" v="7926" actId="26606"/>
          <ac:spMkLst>
            <pc:docMk/>
            <pc:sldMk cId="2243916154" sldId="274"/>
            <ac:spMk id="20" creationId="{8735A508-2662-409F-B5A3-AEA22CE92AD9}"/>
          </ac:spMkLst>
        </pc:spChg>
        <pc:spChg chg="add del">
          <ac:chgData name="Kellen Griswold" userId="f5911de059c48467" providerId="LiveId" clId="{E32A09A0-88FC-4F7D-92F6-D9612C2A7168}" dt="2026-05-09T23:17:02.760" v="7926" actId="26606"/>
          <ac:spMkLst>
            <pc:docMk/>
            <pc:sldMk cId="2243916154" sldId="274"/>
            <ac:spMk id="21" creationId="{CB8B592B-E5AA-4055-8CB3-6AEDB35AD4E5}"/>
          </ac:spMkLst>
        </pc:spChg>
        <pc:spChg chg="add del">
          <ac:chgData name="Kellen Griswold" userId="f5911de059c48467" providerId="LiveId" clId="{E32A09A0-88FC-4F7D-92F6-D9612C2A7168}" dt="2026-05-09T23:23:04.388" v="8188" actId="26606"/>
          <ac:spMkLst>
            <pc:docMk/>
            <pc:sldMk cId="2243916154" sldId="274"/>
            <ac:spMk id="23" creationId="{1AB8FFBB-0A2D-4D4C-B94B-320ABB3490DA}"/>
          </ac:spMkLst>
        </pc:spChg>
        <pc:spChg chg="add del">
          <ac:chgData name="Kellen Griswold" userId="f5911de059c48467" providerId="LiveId" clId="{E32A09A0-88FC-4F7D-92F6-D9612C2A7168}" dt="2026-05-09T23:23:04.381" v="8187" actId="26606"/>
          <ac:spMkLst>
            <pc:docMk/>
            <pc:sldMk cId="2243916154" sldId="274"/>
            <ac:spMk id="30" creationId="{8F4E830A-06F9-4EAA-9E65-110CF2421798}"/>
          </ac:spMkLst>
        </pc:spChg>
        <pc:spChg chg="add">
          <ac:chgData name="Kellen Griswold" userId="f5911de059c48467" providerId="LiveId" clId="{E32A09A0-88FC-4F7D-92F6-D9612C2A7168}" dt="2026-05-09T23:23:04.388" v="8188" actId="26606"/>
          <ac:spMkLst>
            <pc:docMk/>
            <pc:sldMk cId="2243916154" sldId="274"/>
            <ac:spMk id="38" creationId="{1AB8FFBB-0A2D-4D4C-B94B-320ABB3490DA}"/>
          </ac:spMkLst>
        </pc:spChg>
        <pc:grpChg chg="add del">
          <ac:chgData name="Kellen Griswold" userId="f5911de059c48467" providerId="LiveId" clId="{E32A09A0-88FC-4F7D-92F6-D9612C2A7168}" dt="2026-05-09T23:16:50.217" v="7924" actId="26606"/>
          <ac:grpSpMkLst>
            <pc:docMk/>
            <pc:sldMk cId="2243916154" sldId="274"/>
            <ac:grpSpMk id="12" creationId="{D6C71778-3DDA-4748-AEBB-2A4B75016325}"/>
          </ac:grpSpMkLst>
        </pc:grpChg>
        <pc:grpChg chg="add del">
          <ac:chgData name="Kellen Griswold" userId="f5911de059c48467" providerId="LiveId" clId="{E32A09A0-88FC-4F7D-92F6-D9612C2A7168}" dt="2026-05-09T23:17:02.760" v="7926" actId="26606"/>
          <ac:grpSpMkLst>
            <pc:docMk/>
            <pc:sldMk cId="2243916154" sldId="274"/>
            <ac:grpSpMk id="14" creationId="{6E8443E6-406A-4E9D-BBDF-18D82C7E570C}"/>
          </ac:grpSpMkLst>
        </pc:grpChg>
        <pc:grpChg chg="add del">
          <ac:chgData name="Kellen Griswold" userId="f5911de059c48467" providerId="LiveId" clId="{E32A09A0-88FC-4F7D-92F6-D9612C2A7168}" dt="2026-05-09T23:23:04.388" v="8188" actId="26606"/>
          <ac:grpSpMkLst>
            <pc:docMk/>
            <pc:sldMk cId="2243916154" sldId="274"/>
            <ac:grpSpMk id="24" creationId="{0EC92BD4-3684-4A4A-84FF-704DCA7A3E0C}"/>
          </ac:grpSpMkLst>
        </pc:grpChg>
        <pc:grpChg chg="add">
          <ac:chgData name="Kellen Griswold" userId="f5911de059c48467" providerId="LiveId" clId="{E32A09A0-88FC-4F7D-92F6-D9612C2A7168}" dt="2026-05-09T23:23:04.388" v="8188" actId="26606"/>
          <ac:grpSpMkLst>
            <pc:docMk/>
            <pc:sldMk cId="2243916154" sldId="274"/>
            <ac:grpSpMk id="32" creationId="{0EC92BD4-3684-4A4A-84FF-704DCA7A3E0C}"/>
          </ac:grpSpMkLst>
        </pc:grpChg>
        <pc:picChg chg="add mod ord">
          <ac:chgData name="Kellen Griswold" userId="f5911de059c48467" providerId="LiveId" clId="{E32A09A0-88FC-4F7D-92F6-D9612C2A7168}" dt="2026-05-09T23:23:04.381" v="8187" actId="26606"/>
          <ac:picMkLst>
            <pc:docMk/>
            <pc:sldMk cId="2243916154" sldId="274"/>
            <ac:picMk id="5" creationId="{65E2C0D4-2E40-059A-CA19-E2140FB97BFE}"/>
          </ac:picMkLst>
        </pc:picChg>
      </pc:sldChg>
      <pc:sldChg chg="addSp delSp modSp new mod setBg modNotesTx">
        <pc:chgData name="Kellen Griswold" userId="f5911de059c48467" providerId="LiveId" clId="{E32A09A0-88FC-4F7D-92F6-D9612C2A7168}" dt="2026-05-10T01:56:05.335" v="10295" actId="20577"/>
        <pc:sldMkLst>
          <pc:docMk/>
          <pc:sldMk cId="28738268" sldId="275"/>
        </pc:sldMkLst>
        <pc:spChg chg="mod">
          <ac:chgData name="Kellen Griswold" userId="f5911de059c48467" providerId="LiveId" clId="{E32A09A0-88FC-4F7D-92F6-D9612C2A7168}" dt="2026-05-09T23:22:27.395" v="8185" actId="26606"/>
          <ac:spMkLst>
            <pc:docMk/>
            <pc:sldMk cId="28738268" sldId="275"/>
            <ac:spMk id="2" creationId="{C61F94FE-B20A-3951-EAF3-7A3E38219254}"/>
          </ac:spMkLst>
        </pc:spChg>
        <pc:spChg chg="add del mod">
          <ac:chgData name="Kellen Griswold" userId="f5911de059c48467" providerId="LiveId" clId="{E32A09A0-88FC-4F7D-92F6-D9612C2A7168}" dt="2026-05-09T23:22:27.395" v="8185" actId="26606"/>
          <ac:spMkLst>
            <pc:docMk/>
            <pc:sldMk cId="28738268" sldId="275"/>
            <ac:spMk id="3" creationId="{FF8A1C5F-B9F1-CEF6-4609-5F8BA0905D37}"/>
          </ac:spMkLst>
        </pc:spChg>
        <pc:spChg chg="add del">
          <ac:chgData name="Kellen Griswold" userId="f5911de059c48467" providerId="LiveId" clId="{E32A09A0-88FC-4F7D-92F6-D9612C2A7168}" dt="2026-05-09T23:22:14.667" v="8178" actId="26606"/>
          <ac:spMkLst>
            <pc:docMk/>
            <pc:sldMk cId="28738268" sldId="275"/>
            <ac:spMk id="8" creationId="{56D131F1-A2D1-4005-A4D4-3E6CED0BFE44}"/>
          </ac:spMkLst>
        </pc:spChg>
        <pc:spChg chg="add del">
          <ac:chgData name="Kellen Griswold" userId="f5911de059c48467" providerId="LiveId" clId="{E32A09A0-88FC-4F7D-92F6-D9612C2A7168}" dt="2026-05-09T23:22:12.367" v="8176" actId="26606"/>
          <ac:spMkLst>
            <pc:docMk/>
            <pc:sldMk cId="28738268" sldId="275"/>
            <ac:spMk id="9" creationId="{2C33F367-76E5-4D2A-96B1-4FD443CDD1CF}"/>
          </ac:spMkLst>
        </pc:spChg>
        <pc:spChg chg="add del">
          <ac:chgData name="Kellen Griswold" userId="f5911de059c48467" providerId="LiveId" clId="{E32A09A0-88FC-4F7D-92F6-D9612C2A7168}" dt="2026-05-09T23:22:14.667" v="8178" actId="26606"/>
          <ac:spMkLst>
            <pc:docMk/>
            <pc:sldMk cId="28738268" sldId="275"/>
            <ac:spMk id="10" creationId="{81A7082F-8898-45F9-9051-28EFBA30FD82}"/>
          </ac:spMkLst>
        </pc:spChg>
        <pc:spChg chg="add del">
          <ac:chgData name="Kellen Griswold" userId="f5911de059c48467" providerId="LiveId" clId="{E32A09A0-88FC-4F7D-92F6-D9612C2A7168}" dt="2026-05-09T23:22:12.367" v="8176" actId="26606"/>
          <ac:spMkLst>
            <pc:docMk/>
            <pc:sldMk cId="28738268" sldId="275"/>
            <ac:spMk id="11" creationId="{6F769419-3E73-449D-B62A-0CDEC946A679}"/>
          </ac:spMkLst>
        </pc:spChg>
        <pc:spChg chg="add del">
          <ac:chgData name="Kellen Griswold" userId="f5911de059c48467" providerId="LiveId" clId="{E32A09A0-88FC-4F7D-92F6-D9612C2A7168}" dt="2026-05-09T23:22:14.667" v="8178" actId="26606"/>
          <ac:spMkLst>
            <pc:docMk/>
            <pc:sldMk cId="28738268" sldId="275"/>
            <ac:spMk id="20" creationId="{FF8A1C5F-B9F1-CEF6-4609-5F8BA0905D37}"/>
          </ac:spMkLst>
        </pc:spChg>
        <pc:spChg chg="add del">
          <ac:chgData name="Kellen Griswold" userId="f5911de059c48467" providerId="LiveId" clId="{E32A09A0-88FC-4F7D-92F6-D9612C2A7168}" dt="2026-05-09T23:22:19.335" v="8180" actId="26606"/>
          <ac:spMkLst>
            <pc:docMk/>
            <pc:sldMk cId="28738268" sldId="275"/>
            <ac:spMk id="22" creationId="{2C33F367-76E5-4D2A-96B1-4FD443CDD1CF}"/>
          </ac:spMkLst>
        </pc:spChg>
        <pc:spChg chg="add del">
          <ac:chgData name="Kellen Griswold" userId="f5911de059c48467" providerId="LiveId" clId="{E32A09A0-88FC-4F7D-92F6-D9612C2A7168}" dt="2026-05-09T23:22:19.335" v="8180" actId="26606"/>
          <ac:spMkLst>
            <pc:docMk/>
            <pc:sldMk cId="28738268" sldId="275"/>
            <ac:spMk id="23" creationId="{6F769419-3E73-449D-B62A-0CDEC946A679}"/>
          </ac:spMkLst>
        </pc:spChg>
        <pc:spChg chg="add del">
          <ac:chgData name="Kellen Griswold" userId="f5911de059c48467" providerId="LiveId" clId="{E32A09A0-88FC-4F7D-92F6-D9612C2A7168}" dt="2026-05-09T23:22:27.361" v="8184" actId="26606"/>
          <ac:spMkLst>
            <pc:docMk/>
            <pc:sldMk cId="28738268" sldId="275"/>
            <ac:spMk id="29" creationId="{2C33F367-76E5-4D2A-96B1-4FD443CDD1CF}"/>
          </ac:spMkLst>
        </pc:spChg>
        <pc:spChg chg="add del">
          <ac:chgData name="Kellen Griswold" userId="f5911de059c48467" providerId="LiveId" clId="{E32A09A0-88FC-4F7D-92F6-D9612C2A7168}" dt="2026-05-09T23:22:27.361" v="8184" actId="26606"/>
          <ac:spMkLst>
            <pc:docMk/>
            <pc:sldMk cId="28738268" sldId="275"/>
            <ac:spMk id="30" creationId="{6F769419-3E73-449D-B62A-0CDEC946A679}"/>
          </ac:spMkLst>
        </pc:spChg>
        <pc:spChg chg="add">
          <ac:chgData name="Kellen Griswold" userId="f5911de059c48467" providerId="LiveId" clId="{E32A09A0-88FC-4F7D-92F6-D9612C2A7168}" dt="2026-05-09T23:22:27.395" v="8185" actId="26606"/>
          <ac:spMkLst>
            <pc:docMk/>
            <pc:sldMk cId="28738268" sldId="275"/>
            <ac:spMk id="34" creationId="{2C33F367-76E5-4D2A-96B1-4FD443CDD1CF}"/>
          </ac:spMkLst>
        </pc:spChg>
        <pc:spChg chg="add">
          <ac:chgData name="Kellen Griswold" userId="f5911de059c48467" providerId="LiveId" clId="{E32A09A0-88FC-4F7D-92F6-D9612C2A7168}" dt="2026-05-09T23:22:27.395" v="8185" actId="26606"/>
          <ac:spMkLst>
            <pc:docMk/>
            <pc:sldMk cId="28738268" sldId="275"/>
            <ac:spMk id="35" creationId="{6F769419-3E73-449D-B62A-0CDEC946A679}"/>
          </ac:spMkLst>
        </pc:spChg>
        <pc:grpChg chg="add del">
          <ac:chgData name="Kellen Griswold" userId="f5911de059c48467" providerId="LiveId" clId="{E32A09A0-88FC-4F7D-92F6-D9612C2A7168}" dt="2026-05-09T23:22:12.367" v="8176" actId="26606"/>
          <ac:grpSpMkLst>
            <pc:docMk/>
            <pc:sldMk cId="28738268" sldId="275"/>
            <ac:grpSpMk id="13" creationId="{A6515200-42F9-488F-9895-6CDBCD1E87C8}"/>
          </ac:grpSpMkLst>
        </pc:grpChg>
        <pc:grpChg chg="add del">
          <ac:chgData name="Kellen Griswold" userId="f5911de059c48467" providerId="LiveId" clId="{E32A09A0-88FC-4F7D-92F6-D9612C2A7168}" dt="2026-05-09T23:22:19.335" v="8180" actId="26606"/>
          <ac:grpSpMkLst>
            <pc:docMk/>
            <pc:sldMk cId="28738268" sldId="275"/>
            <ac:grpSpMk id="24" creationId="{A6515200-42F9-488F-9895-6CDBCD1E87C8}"/>
          </ac:grpSpMkLst>
        </pc:grpChg>
        <pc:grpChg chg="add del">
          <ac:chgData name="Kellen Griswold" userId="f5911de059c48467" providerId="LiveId" clId="{E32A09A0-88FC-4F7D-92F6-D9612C2A7168}" dt="2026-05-09T23:22:27.361" v="8184" actId="26606"/>
          <ac:grpSpMkLst>
            <pc:docMk/>
            <pc:sldMk cId="28738268" sldId="275"/>
            <ac:grpSpMk id="31" creationId="{A6515200-42F9-488F-9895-6CDBCD1E87C8}"/>
          </ac:grpSpMkLst>
        </pc:grpChg>
        <pc:grpChg chg="add">
          <ac:chgData name="Kellen Griswold" userId="f5911de059c48467" providerId="LiveId" clId="{E32A09A0-88FC-4F7D-92F6-D9612C2A7168}" dt="2026-05-09T23:22:27.395" v="8185" actId="26606"/>
          <ac:grpSpMkLst>
            <pc:docMk/>
            <pc:sldMk cId="28738268" sldId="275"/>
            <ac:grpSpMk id="36" creationId="{A6515200-42F9-488F-9895-6CDBCD1E87C8}"/>
          </ac:grpSpMkLst>
        </pc:grpChg>
        <pc:graphicFrameChg chg="add del">
          <ac:chgData name="Kellen Griswold" userId="f5911de059c48467" providerId="LiveId" clId="{E32A09A0-88FC-4F7D-92F6-D9612C2A7168}" dt="2026-05-09T23:22:12.367" v="8176" actId="26606"/>
          <ac:graphicFrameMkLst>
            <pc:docMk/>
            <pc:sldMk cId="28738268" sldId="275"/>
            <ac:graphicFrameMk id="5" creationId="{E5036773-AF1A-BC6A-EFA0-26F41573B629}"/>
          </ac:graphicFrameMkLst>
        </pc:graphicFrameChg>
        <pc:graphicFrameChg chg="add del">
          <ac:chgData name="Kellen Griswold" userId="f5911de059c48467" providerId="LiveId" clId="{E32A09A0-88FC-4F7D-92F6-D9612C2A7168}" dt="2026-05-09T23:22:19.335" v="8180" actId="26606"/>
          <ac:graphicFrameMkLst>
            <pc:docMk/>
            <pc:sldMk cId="28738268" sldId="275"/>
            <ac:graphicFrameMk id="25" creationId="{E5036773-AF1A-BC6A-EFA0-26F41573B629}"/>
          </ac:graphicFrameMkLst>
        </pc:graphicFrameChg>
        <pc:graphicFrameChg chg="add del">
          <ac:chgData name="Kellen Griswold" userId="f5911de059c48467" providerId="LiveId" clId="{E32A09A0-88FC-4F7D-92F6-D9612C2A7168}" dt="2026-05-09T23:22:23.632" v="8182" actId="26606"/>
          <ac:graphicFrameMkLst>
            <pc:docMk/>
            <pc:sldMk cId="28738268" sldId="275"/>
            <ac:graphicFrameMk id="27" creationId="{77C2CADC-8F2D-E238-2384-63DFEFE3E113}"/>
          </ac:graphicFrameMkLst>
        </pc:graphicFrameChg>
        <pc:graphicFrameChg chg="add del">
          <ac:chgData name="Kellen Griswold" userId="f5911de059c48467" providerId="LiveId" clId="{E32A09A0-88FC-4F7D-92F6-D9612C2A7168}" dt="2026-05-09T23:22:27.361" v="8184" actId="26606"/>
          <ac:graphicFrameMkLst>
            <pc:docMk/>
            <pc:sldMk cId="28738268" sldId="275"/>
            <ac:graphicFrameMk id="32" creationId="{AB1A73EA-6EF8-DD9C-6775-D9C0A4A1B4BB}"/>
          </ac:graphicFrameMkLst>
        </pc:graphicFrameChg>
        <pc:graphicFrameChg chg="add">
          <ac:chgData name="Kellen Griswold" userId="f5911de059c48467" providerId="LiveId" clId="{E32A09A0-88FC-4F7D-92F6-D9612C2A7168}" dt="2026-05-09T23:22:27.395" v="8185" actId="26606"/>
          <ac:graphicFrameMkLst>
            <pc:docMk/>
            <pc:sldMk cId="28738268" sldId="275"/>
            <ac:graphicFrameMk id="37" creationId="{E5036773-AF1A-BC6A-EFA0-26F41573B629}"/>
          </ac:graphicFrameMkLst>
        </pc:graphicFrameChg>
      </pc:sldChg>
      <pc:sldChg chg="add">
        <pc:chgData name="Kellen Griswold" userId="f5911de059c48467" providerId="LiveId" clId="{E32A09A0-88FC-4F7D-92F6-D9612C2A7168}" dt="2026-05-10T19:50:55.223" v="11090" actId="2890"/>
        <pc:sldMkLst>
          <pc:docMk/>
          <pc:sldMk cId="1559532223" sldId="276"/>
        </pc:sldMkLst>
      </pc:sldChg>
      <pc:sldMasterChg chg="setBg modSldLayout">
        <pc:chgData name="Kellen Griswold" userId="f5911de059c48467" providerId="LiveId" clId="{E32A09A0-88FC-4F7D-92F6-D9612C2A7168}" dt="2026-05-09T22:12:33.190" v="6793"/>
        <pc:sldMasterMkLst>
          <pc:docMk/>
          <pc:sldMasterMk cId="0" sldId="2147483648"/>
        </pc:sldMasterMkLst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59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60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63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64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65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66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67"/>
          </pc:sldLayoutMkLst>
        </pc:sldLayoutChg>
        <pc:sldLayoutChg chg="setBg">
          <pc:chgData name="Kellen Griswold" userId="f5911de059c48467" providerId="LiveId" clId="{E32A09A0-88FC-4F7D-92F6-D9612C2A7168}" dt="2026-05-09T22:12:33.190" v="6793"/>
          <pc:sldLayoutMkLst>
            <pc:docMk/>
            <pc:sldMasterMk cId="0" sldId="2147483648"/>
            <pc:sldLayoutMk cId="0" sldId="2147483668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764E12-7959-4E78-8236-029076E993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13AC70-0D32-447A-9213-A9CEF5F2B70A}">
      <dgm:prSet/>
      <dgm:spPr/>
      <dgm:t>
        <a:bodyPr/>
        <a:lstStyle/>
        <a:p>
          <a:r>
            <a:rPr lang="en-US"/>
            <a:t>EHR data can meaningfully predict readmissions</a:t>
          </a:r>
        </a:p>
      </dgm:t>
    </dgm:pt>
    <dgm:pt modelId="{5C3A6446-B634-415D-8181-50606121EF3A}" type="parTrans" cxnId="{D2C3F0A8-A4A9-477B-B9B4-54C9BD642A44}">
      <dgm:prSet/>
      <dgm:spPr/>
      <dgm:t>
        <a:bodyPr/>
        <a:lstStyle/>
        <a:p>
          <a:endParaRPr lang="en-US"/>
        </a:p>
      </dgm:t>
    </dgm:pt>
    <dgm:pt modelId="{03A2F2D5-6162-43EA-90E6-6C02CC726370}" type="sibTrans" cxnId="{D2C3F0A8-A4A9-477B-B9B4-54C9BD642A44}">
      <dgm:prSet/>
      <dgm:spPr/>
      <dgm:t>
        <a:bodyPr/>
        <a:lstStyle/>
        <a:p>
          <a:endParaRPr lang="en-US"/>
        </a:p>
      </dgm:t>
    </dgm:pt>
    <dgm:pt modelId="{43E5C71F-0798-4669-8181-9E32AB4D0DDB}">
      <dgm:prSet/>
      <dgm:spPr/>
      <dgm:t>
        <a:bodyPr/>
        <a:lstStyle/>
        <a:p>
          <a:r>
            <a:rPr lang="en-US"/>
            <a:t>LR model performed nearly as well as ML models</a:t>
          </a:r>
        </a:p>
      </dgm:t>
    </dgm:pt>
    <dgm:pt modelId="{848BEE94-CE6A-42B1-968A-5FE129235BB5}" type="parTrans" cxnId="{D05352F2-5439-4E93-99B4-259A4696605C}">
      <dgm:prSet/>
      <dgm:spPr/>
      <dgm:t>
        <a:bodyPr/>
        <a:lstStyle/>
        <a:p>
          <a:endParaRPr lang="en-US"/>
        </a:p>
      </dgm:t>
    </dgm:pt>
    <dgm:pt modelId="{66815F48-B0DF-4172-B5E8-A65106EA9643}" type="sibTrans" cxnId="{D05352F2-5439-4E93-99B4-259A4696605C}">
      <dgm:prSet/>
      <dgm:spPr/>
      <dgm:t>
        <a:bodyPr/>
        <a:lstStyle/>
        <a:p>
          <a:endParaRPr lang="en-US"/>
        </a:p>
      </dgm:t>
    </dgm:pt>
    <dgm:pt modelId="{12A2DEC4-9D18-4976-9B59-52943D2FFFAF}">
      <dgm:prSet/>
      <dgm:spPr/>
      <dgm:t>
        <a:bodyPr/>
        <a:lstStyle/>
        <a:p>
          <a:r>
            <a:rPr lang="en-US"/>
            <a:t>Interpretability matters in clinical applications</a:t>
          </a:r>
        </a:p>
      </dgm:t>
    </dgm:pt>
    <dgm:pt modelId="{480F3063-1248-419B-8C6C-139C3EE9AC0F}" type="parTrans" cxnId="{DB090C75-2B34-434A-9AFC-FF3862D6C2CA}">
      <dgm:prSet/>
      <dgm:spPr/>
      <dgm:t>
        <a:bodyPr/>
        <a:lstStyle/>
        <a:p>
          <a:endParaRPr lang="en-US"/>
        </a:p>
      </dgm:t>
    </dgm:pt>
    <dgm:pt modelId="{ACCF0C8F-D7B6-493E-B8DA-23A414B45D05}" type="sibTrans" cxnId="{DB090C75-2B34-434A-9AFC-FF3862D6C2CA}">
      <dgm:prSet/>
      <dgm:spPr/>
      <dgm:t>
        <a:bodyPr/>
        <a:lstStyle/>
        <a:p>
          <a:endParaRPr lang="en-US"/>
        </a:p>
      </dgm:t>
    </dgm:pt>
    <dgm:pt modelId="{897893AC-8DBA-4BA3-B7F9-98158AC9977E}">
      <dgm:prSet/>
      <dgm:spPr/>
      <dgm:t>
        <a:bodyPr/>
        <a:lstStyle/>
        <a:p>
          <a:r>
            <a:rPr lang="en-US"/>
            <a:t>Predictive analytics can improve discharge planning</a:t>
          </a:r>
        </a:p>
      </dgm:t>
    </dgm:pt>
    <dgm:pt modelId="{571B179A-B7B8-40A3-89A1-ED86F658C5A0}" type="parTrans" cxnId="{4D6A599E-8A1F-4DAC-9A93-88FB641DCC8C}">
      <dgm:prSet/>
      <dgm:spPr/>
      <dgm:t>
        <a:bodyPr/>
        <a:lstStyle/>
        <a:p>
          <a:endParaRPr lang="en-US"/>
        </a:p>
      </dgm:t>
    </dgm:pt>
    <dgm:pt modelId="{3FD68F77-8F25-4174-A71F-58E20CD4CB69}" type="sibTrans" cxnId="{4D6A599E-8A1F-4DAC-9A93-88FB641DCC8C}">
      <dgm:prSet/>
      <dgm:spPr/>
      <dgm:t>
        <a:bodyPr/>
        <a:lstStyle/>
        <a:p>
          <a:endParaRPr lang="en-US"/>
        </a:p>
      </dgm:t>
    </dgm:pt>
    <dgm:pt modelId="{CFE227A9-BECB-4BDF-B0C9-3CABF8DAA478}" type="pres">
      <dgm:prSet presAssocID="{49764E12-7959-4E78-8236-029076E9938A}" presName="root" presStyleCnt="0">
        <dgm:presLayoutVars>
          <dgm:dir/>
          <dgm:resizeHandles val="exact"/>
        </dgm:presLayoutVars>
      </dgm:prSet>
      <dgm:spPr/>
    </dgm:pt>
    <dgm:pt modelId="{B820EBB4-D20A-4D83-A2AB-C10B0D5CE9C0}" type="pres">
      <dgm:prSet presAssocID="{BB13AC70-0D32-447A-9213-A9CEF5F2B70A}" presName="compNode" presStyleCnt="0"/>
      <dgm:spPr/>
    </dgm:pt>
    <dgm:pt modelId="{76907FC0-0C29-4CBA-9C93-9BC9481D0987}" type="pres">
      <dgm:prSet presAssocID="{BB13AC70-0D32-447A-9213-A9CEF5F2B70A}" presName="bgRect" presStyleLbl="bgShp" presStyleIdx="0" presStyleCnt="4"/>
      <dgm:spPr/>
    </dgm:pt>
    <dgm:pt modelId="{AE27D221-C498-4042-BA47-9AF442855ACB}" type="pres">
      <dgm:prSet presAssocID="{BB13AC70-0D32-447A-9213-A9CEF5F2B70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EBAFCC0A-F69C-4562-A38C-2BE4204922AF}" type="pres">
      <dgm:prSet presAssocID="{BB13AC70-0D32-447A-9213-A9CEF5F2B70A}" presName="spaceRect" presStyleCnt="0"/>
      <dgm:spPr/>
    </dgm:pt>
    <dgm:pt modelId="{96EAE9B0-66A5-4A4E-AA36-B1B23D171F65}" type="pres">
      <dgm:prSet presAssocID="{BB13AC70-0D32-447A-9213-A9CEF5F2B70A}" presName="parTx" presStyleLbl="revTx" presStyleIdx="0" presStyleCnt="4">
        <dgm:presLayoutVars>
          <dgm:chMax val="0"/>
          <dgm:chPref val="0"/>
        </dgm:presLayoutVars>
      </dgm:prSet>
      <dgm:spPr/>
    </dgm:pt>
    <dgm:pt modelId="{A28FA784-28D0-4F33-B131-BDD01C5D6EEA}" type="pres">
      <dgm:prSet presAssocID="{03A2F2D5-6162-43EA-90E6-6C02CC726370}" presName="sibTrans" presStyleCnt="0"/>
      <dgm:spPr/>
    </dgm:pt>
    <dgm:pt modelId="{38EBF84B-9B83-4335-BA59-9858427A29C9}" type="pres">
      <dgm:prSet presAssocID="{43E5C71F-0798-4669-8181-9E32AB4D0DDB}" presName="compNode" presStyleCnt="0"/>
      <dgm:spPr/>
    </dgm:pt>
    <dgm:pt modelId="{8630765F-AD67-4296-BF7A-E95CAE89B5DF}" type="pres">
      <dgm:prSet presAssocID="{43E5C71F-0798-4669-8181-9E32AB4D0DDB}" presName="bgRect" presStyleLbl="bgShp" presStyleIdx="1" presStyleCnt="4"/>
      <dgm:spPr/>
    </dgm:pt>
    <dgm:pt modelId="{7FBB73BC-E3FE-488F-910F-40015363ED8A}" type="pres">
      <dgm:prSet presAssocID="{43E5C71F-0798-4669-8181-9E32AB4D0DD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1C4442B-D629-4B1E-A3E0-8FB097BD61B9}" type="pres">
      <dgm:prSet presAssocID="{43E5C71F-0798-4669-8181-9E32AB4D0DDB}" presName="spaceRect" presStyleCnt="0"/>
      <dgm:spPr/>
    </dgm:pt>
    <dgm:pt modelId="{04CC9008-2D01-4405-BB0F-2339FBA4AAC8}" type="pres">
      <dgm:prSet presAssocID="{43E5C71F-0798-4669-8181-9E32AB4D0DDB}" presName="parTx" presStyleLbl="revTx" presStyleIdx="1" presStyleCnt="4">
        <dgm:presLayoutVars>
          <dgm:chMax val="0"/>
          <dgm:chPref val="0"/>
        </dgm:presLayoutVars>
      </dgm:prSet>
      <dgm:spPr/>
    </dgm:pt>
    <dgm:pt modelId="{F2D4664F-4945-4AE2-B23E-31FC6FBAAC94}" type="pres">
      <dgm:prSet presAssocID="{66815F48-B0DF-4172-B5E8-A65106EA9643}" presName="sibTrans" presStyleCnt="0"/>
      <dgm:spPr/>
    </dgm:pt>
    <dgm:pt modelId="{80436799-C5B7-4265-A7D2-029EDA48D26D}" type="pres">
      <dgm:prSet presAssocID="{12A2DEC4-9D18-4976-9B59-52943D2FFFAF}" presName="compNode" presStyleCnt="0"/>
      <dgm:spPr/>
    </dgm:pt>
    <dgm:pt modelId="{3BEB98A3-A716-4B54-A8C6-658556BE572A}" type="pres">
      <dgm:prSet presAssocID="{12A2DEC4-9D18-4976-9B59-52943D2FFFAF}" presName="bgRect" presStyleLbl="bgShp" presStyleIdx="2" presStyleCnt="4"/>
      <dgm:spPr/>
    </dgm:pt>
    <dgm:pt modelId="{6BFD9B0C-8293-427A-8E39-F927AE622499}" type="pres">
      <dgm:prSet presAssocID="{12A2DEC4-9D18-4976-9B59-52943D2FFFA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63EC937A-BB8B-4090-BCCD-97BEC550D4B2}" type="pres">
      <dgm:prSet presAssocID="{12A2DEC4-9D18-4976-9B59-52943D2FFFAF}" presName="spaceRect" presStyleCnt="0"/>
      <dgm:spPr/>
    </dgm:pt>
    <dgm:pt modelId="{B26503D8-33F8-4B03-B050-316EC0A0E1B1}" type="pres">
      <dgm:prSet presAssocID="{12A2DEC4-9D18-4976-9B59-52943D2FFFAF}" presName="parTx" presStyleLbl="revTx" presStyleIdx="2" presStyleCnt="4">
        <dgm:presLayoutVars>
          <dgm:chMax val="0"/>
          <dgm:chPref val="0"/>
        </dgm:presLayoutVars>
      </dgm:prSet>
      <dgm:spPr/>
    </dgm:pt>
    <dgm:pt modelId="{70F16B47-FDAC-4518-B0F0-5BBD8B1288F5}" type="pres">
      <dgm:prSet presAssocID="{ACCF0C8F-D7B6-493E-B8DA-23A414B45D05}" presName="sibTrans" presStyleCnt="0"/>
      <dgm:spPr/>
    </dgm:pt>
    <dgm:pt modelId="{F2199A7B-53CB-4C75-90B3-CD7F02AED6A7}" type="pres">
      <dgm:prSet presAssocID="{897893AC-8DBA-4BA3-B7F9-98158AC9977E}" presName="compNode" presStyleCnt="0"/>
      <dgm:spPr/>
    </dgm:pt>
    <dgm:pt modelId="{36FF73B0-BAC8-4D62-BA2F-A65987E846E6}" type="pres">
      <dgm:prSet presAssocID="{897893AC-8DBA-4BA3-B7F9-98158AC9977E}" presName="bgRect" presStyleLbl="bgShp" presStyleIdx="3" presStyleCnt="4"/>
      <dgm:spPr/>
    </dgm:pt>
    <dgm:pt modelId="{EB098745-D327-4FC0-9DBB-91475FD6556A}" type="pres">
      <dgm:prSet presAssocID="{897893AC-8DBA-4BA3-B7F9-98158AC9977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C395B91-170A-4976-9D8D-46DD098AE7ED}" type="pres">
      <dgm:prSet presAssocID="{897893AC-8DBA-4BA3-B7F9-98158AC9977E}" presName="spaceRect" presStyleCnt="0"/>
      <dgm:spPr/>
    </dgm:pt>
    <dgm:pt modelId="{5D85BC0B-8D24-4F92-BC5C-BE968A70942E}" type="pres">
      <dgm:prSet presAssocID="{897893AC-8DBA-4BA3-B7F9-98158AC9977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5511F01-EC6D-4448-BE96-7A92F051E643}" type="presOf" srcId="{43E5C71F-0798-4669-8181-9E32AB4D0DDB}" destId="{04CC9008-2D01-4405-BB0F-2339FBA4AAC8}" srcOrd="0" destOrd="0" presId="urn:microsoft.com/office/officeart/2018/2/layout/IconVerticalSolidList"/>
    <dgm:cxn modelId="{0BFA6E09-9CFE-4C93-B8E2-2F20F017D74D}" type="presOf" srcId="{897893AC-8DBA-4BA3-B7F9-98158AC9977E}" destId="{5D85BC0B-8D24-4F92-BC5C-BE968A70942E}" srcOrd="0" destOrd="0" presId="urn:microsoft.com/office/officeart/2018/2/layout/IconVerticalSolidList"/>
    <dgm:cxn modelId="{A6739D42-E274-4312-9F98-69E6E2497F8E}" type="presOf" srcId="{49764E12-7959-4E78-8236-029076E9938A}" destId="{CFE227A9-BECB-4BDF-B0C9-3CABF8DAA478}" srcOrd="0" destOrd="0" presId="urn:microsoft.com/office/officeart/2018/2/layout/IconVerticalSolidList"/>
    <dgm:cxn modelId="{DB090C75-2B34-434A-9AFC-FF3862D6C2CA}" srcId="{49764E12-7959-4E78-8236-029076E9938A}" destId="{12A2DEC4-9D18-4976-9B59-52943D2FFFAF}" srcOrd="2" destOrd="0" parTransId="{480F3063-1248-419B-8C6C-139C3EE9AC0F}" sibTransId="{ACCF0C8F-D7B6-493E-B8DA-23A414B45D05}"/>
    <dgm:cxn modelId="{DE7B7077-39C0-4366-9ED8-552286E26B09}" type="presOf" srcId="{BB13AC70-0D32-447A-9213-A9CEF5F2B70A}" destId="{96EAE9B0-66A5-4A4E-AA36-B1B23D171F65}" srcOrd="0" destOrd="0" presId="urn:microsoft.com/office/officeart/2018/2/layout/IconVerticalSolidList"/>
    <dgm:cxn modelId="{31E65385-E4A5-4EB6-A29B-F625464D3F43}" type="presOf" srcId="{12A2DEC4-9D18-4976-9B59-52943D2FFFAF}" destId="{B26503D8-33F8-4B03-B050-316EC0A0E1B1}" srcOrd="0" destOrd="0" presId="urn:microsoft.com/office/officeart/2018/2/layout/IconVerticalSolidList"/>
    <dgm:cxn modelId="{4D6A599E-8A1F-4DAC-9A93-88FB641DCC8C}" srcId="{49764E12-7959-4E78-8236-029076E9938A}" destId="{897893AC-8DBA-4BA3-B7F9-98158AC9977E}" srcOrd="3" destOrd="0" parTransId="{571B179A-B7B8-40A3-89A1-ED86F658C5A0}" sibTransId="{3FD68F77-8F25-4174-A71F-58E20CD4CB69}"/>
    <dgm:cxn modelId="{D2C3F0A8-A4A9-477B-B9B4-54C9BD642A44}" srcId="{49764E12-7959-4E78-8236-029076E9938A}" destId="{BB13AC70-0D32-447A-9213-A9CEF5F2B70A}" srcOrd="0" destOrd="0" parTransId="{5C3A6446-B634-415D-8181-50606121EF3A}" sibTransId="{03A2F2D5-6162-43EA-90E6-6C02CC726370}"/>
    <dgm:cxn modelId="{D05352F2-5439-4E93-99B4-259A4696605C}" srcId="{49764E12-7959-4E78-8236-029076E9938A}" destId="{43E5C71F-0798-4669-8181-9E32AB4D0DDB}" srcOrd="1" destOrd="0" parTransId="{848BEE94-CE6A-42B1-968A-5FE129235BB5}" sibTransId="{66815F48-B0DF-4172-B5E8-A65106EA9643}"/>
    <dgm:cxn modelId="{38A8622E-5953-4F24-80E9-49F4ED920667}" type="presParOf" srcId="{CFE227A9-BECB-4BDF-B0C9-3CABF8DAA478}" destId="{B820EBB4-D20A-4D83-A2AB-C10B0D5CE9C0}" srcOrd="0" destOrd="0" presId="urn:microsoft.com/office/officeart/2018/2/layout/IconVerticalSolidList"/>
    <dgm:cxn modelId="{FC7B4322-FB06-4C03-AF35-8473F6BBD1AB}" type="presParOf" srcId="{B820EBB4-D20A-4D83-A2AB-C10B0D5CE9C0}" destId="{76907FC0-0C29-4CBA-9C93-9BC9481D0987}" srcOrd="0" destOrd="0" presId="urn:microsoft.com/office/officeart/2018/2/layout/IconVerticalSolidList"/>
    <dgm:cxn modelId="{543925F3-1689-4E66-8B4D-2862B3322327}" type="presParOf" srcId="{B820EBB4-D20A-4D83-A2AB-C10B0D5CE9C0}" destId="{AE27D221-C498-4042-BA47-9AF442855ACB}" srcOrd="1" destOrd="0" presId="urn:microsoft.com/office/officeart/2018/2/layout/IconVerticalSolidList"/>
    <dgm:cxn modelId="{E3348AC1-BEC9-4F26-ABB8-7A8ABAD2C83D}" type="presParOf" srcId="{B820EBB4-D20A-4D83-A2AB-C10B0D5CE9C0}" destId="{EBAFCC0A-F69C-4562-A38C-2BE4204922AF}" srcOrd="2" destOrd="0" presId="urn:microsoft.com/office/officeart/2018/2/layout/IconVerticalSolidList"/>
    <dgm:cxn modelId="{7F17B054-FD08-4504-AE88-286AF9A39C35}" type="presParOf" srcId="{B820EBB4-D20A-4D83-A2AB-C10B0D5CE9C0}" destId="{96EAE9B0-66A5-4A4E-AA36-B1B23D171F65}" srcOrd="3" destOrd="0" presId="urn:microsoft.com/office/officeart/2018/2/layout/IconVerticalSolidList"/>
    <dgm:cxn modelId="{09419E67-9B42-4F04-A0A6-E72ED26A62DB}" type="presParOf" srcId="{CFE227A9-BECB-4BDF-B0C9-3CABF8DAA478}" destId="{A28FA784-28D0-4F33-B131-BDD01C5D6EEA}" srcOrd="1" destOrd="0" presId="urn:microsoft.com/office/officeart/2018/2/layout/IconVerticalSolidList"/>
    <dgm:cxn modelId="{8A2F026D-3DCF-4AA5-83CE-982E0797D527}" type="presParOf" srcId="{CFE227A9-BECB-4BDF-B0C9-3CABF8DAA478}" destId="{38EBF84B-9B83-4335-BA59-9858427A29C9}" srcOrd="2" destOrd="0" presId="urn:microsoft.com/office/officeart/2018/2/layout/IconVerticalSolidList"/>
    <dgm:cxn modelId="{D8003800-2BAA-4150-BB39-D8859481120A}" type="presParOf" srcId="{38EBF84B-9B83-4335-BA59-9858427A29C9}" destId="{8630765F-AD67-4296-BF7A-E95CAE89B5DF}" srcOrd="0" destOrd="0" presId="urn:microsoft.com/office/officeart/2018/2/layout/IconVerticalSolidList"/>
    <dgm:cxn modelId="{F72D3C80-A607-4D1C-AFC9-46E3A58499F7}" type="presParOf" srcId="{38EBF84B-9B83-4335-BA59-9858427A29C9}" destId="{7FBB73BC-E3FE-488F-910F-40015363ED8A}" srcOrd="1" destOrd="0" presId="urn:microsoft.com/office/officeart/2018/2/layout/IconVerticalSolidList"/>
    <dgm:cxn modelId="{101115E0-ABB1-44D1-8326-AE241A964799}" type="presParOf" srcId="{38EBF84B-9B83-4335-BA59-9858427A29C9}" destId="{B1C4442B-D629-4B1E-A3E0-8FB097BD61B9}" srcOrd="2" destOrd="0" presId="urn:microsoft.com/office/officeart/2018/2/layout/IconVerticalSolidList"/>
    <dgm:cxn modelId="{C88DB883-3D36-4BEC-8484-6AE00C92A652}" type="presParOf" srcId="{38EBF84B-9B83-4335-BA59-9858427A29C9}" destId="{04CC9008-2D01-4405-BB0F-2339FBA4AAC8}" srcOrd="3" destOrd="0" presId="urn:microsoft.com/office/officeart/2018/2/layout/IconVerticalSolidList"/>
    <dgm:cxn modelId="{E87B3E0B-D37D-44F1-95EF-6A5A5538468F}" type="presParOf" srcId="{CFE227A9-BECB-4BDF-B0C9-3CABF8DAA478}" destId="{F2D4664F-4945-4AE2-B23E-31FC6FBAAC94}" srcOrd="3" destOrd="0" presId="urn:microsoft.com/office/officeart/2018/2/layout/IconVerticalSolidList"/>
    <dgm:cxn modelId="{9B5E927F-56A3-4570-BC26-21DF961DC8F8}" type="presParOf" srcId="{CFE227A9-BECB-4BDF-B0C9-3CABF8DAA478}" destId="{80436799-C5B7-4265-A7D2-029EDA48D26D}" srcOrd="4" destOrd="0" presId="urn:microsoft.com/office/officeart/2018/2/layout/IconVerticalSolidList"/>
    <dgm:cxn modelId="{2D72D627-3744-40AA-A070-83A6FC2764D0}" type="presParOf" srcId="{80436799-C5B7-4265-A7D2-029EDA48D26D}" destId="{3BEB98A3-A716-4B54-A8C6-658556BE572A}" srcOrd="0" destOrd="0" presId="urn:microsoft.com/office/officeart/2018/2/layout/IconVerticalSolidList"/>
    <dgm:cxn modelId="{008D15CA-021E-4E65-A873-B840068C5666}" type="presParOf" srcId="{80436799-C5B7-4265-A7D2-029EDA48D26D}" destId="{6BFD9B0C-8293-427A-8E39-F927AE622499}" srcOrd="1" destOrd="0" presId="urn:microsoft.com/office/officeart/2018/2/layout/IconVerticalSolidList"/>
    <dgm:cxn modelId="{E599C6B2-10C7-472C-95B6-59A837599A89}" type="presParOf" srcId="{80436799-C5B7-4265-A7D2-029EDA48D26D}" destId="{63EC937A-BB8B-4090-BCCD-97BEC550D4B2}" srcOrd="2" destOrd="0" presId="urn:microsoft.com/office/officeart/2018/2/layout/IconVerticalSolidList"/>
    <dgm:cxn modelId="{7A791155-C7F7-457F-A1AA-FEE024640811}" type="presParOf" srcId="{80436799-C5B7-4265-A7D2-029EDA48D26D}" destId="{B26503D8-33F8-4B03-B050-316EC0A0E1B1}" srcOrd="3" destOrd="0" presId="urn:microsoft.com/office/officeart/2018/2/layout/IconVerticalSolidList"/>
    <dgm:cxn modelId="{263302CA-2CA4-4C3A-AFD0-62EE13C15635}" type="presParOf" srcId="{CFE227A9-BECB-4BDF-B0C9-3CABF8DAA478}" destId="{70F16B47-FDAC-4518-B0F0-5BBD8B1288F5}" srcOrd="5" destOrd="0" presId="urn:microsoft.com/office/officeart/2018/2/layout/IconVerticalSolidList"/>
    <dgm:cxn modelId="{D9E37770-D1F3-4520-8FE5-5219BAE4C87E}" type="presParOf" srcId="{CFE227A9-BECB-4BDF-B0C9-3CABF8DAA478}" destId="{F2199A7B-53CB-4C75-90B3-CD7F02AED6A7}" srcOrd="6" destOrd="0" presId="urn:microsoft.com/office/officeart/2018/2/layout/IconVerticalSolidList"/>
    <dgm:cxn modelId="{BC0FFC61-04EB-469F-8C95-337746989C1C}" type="presParOf" srcId="{F2199A7B-53CB-4C75-90B3-CD7F02AED6A7}" destId="{36FF73B0-BAC8-4D62-BA2F-A65987E846E6}" srcOrd="0" destOrd="0" presId="urn:microsoft.com/office/officeart/2018/2/layout/IconVerticalSolidList"/>
    <dgm:cxn modelId="{199437B4-641E-4CB8-8C2A-D72D1EC730AB}" type="presParOf" srcId="{F2199A7B-53CB-4C75-90B3-CD7F02AED6A7}" destId="{EB098745-D327-4FC0-9DBB-91475FD6556A}" srcOrd="1" destOrd="0" presId="urn:microsoft.com/office/officeart/2018/2/layout/IconVerticalSolidList"/>
    <dgm:cxn modelId="{A4AD12A9-82B0-4078-BF8F-736BD67F3BCF}" type="presParOf" srcId="{F2199A7B-53CB-4C75-90B3-CD7F02AED6A7}" destId="{7C395B91-170A-4976-9D8D-46DD098AE7ED}" srcOrd="2" destOrd="0" presId="urn:microsoft.com/office/officeart/2018/2/layout/IconVerticalSolidList"/>
    <dgm:cxn modelId="{6B4FB1C3-A7E0-4108-8106-63B11BA78FAE}" type="presParOf" srcId="{F2199A7B-53CB-4C75-90B3-CD7F02AED6A7}" destId="{5D85BC0B-8D24-4F92-BC5C-BE968A7094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07FC0-0C29-4CBA-9C93-9BC9481D0987}">
      <dsp:nvSpPr>
        <dsp:cNvPr id="0" name=""/>
        <dsp:cNvSpPr/>
      </dsp:nvSpPr>
      <dsp:spPr>
        <a:xfrm>
          <a:off x="0" y="1979"/>
          <a:ext cx="6190459" cy="10031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7D221-C498-4042-BA47-9AF442855ACB}">
      <dsp:nvSpPr>
        <dsp:cNvPr id="0" name=""/>
        <dsp:cNvSpPr/>
      </dsp:nvSpPr>
      <dsp:spPr>
        <a:xfrm>
          <a:off x="303439" y="227678"/>
          <a:ext cx="551708" cy="551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AE9B0-66A5-4A4E-AA36-B1B23D171F65}">
      <dsp:nvSpPr>
        <dsp:cNvPr id="0" name=""/>
        <dsp:cNvSpPr/>
      </dsp:nvSpPr>
      <dsp:spPr>
        <a:xfrm>
          <a:off x="1158587" y="1979"/>
          <a:ext cx="5031871" cy="1003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2" tIns="106162" rIns="106162" bIns="10616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EHR data can meaningfully predict readmissions</a:t>
          </a:r>
        </a:p>
      </dsp:txBody>
      <dsp:txXfrm>
        <a:off x="1158587" y="1979"/>
        <a:ext cx="5031871" cy="1003106"/>
      </dsp:txXfrm>
    </dsp:sp>
    <dsp:sp modelId="{8630765F-AD67-4296-BF7A-E95CAE89B5DF}">
      <dsp:nvSpPr>
        <dsp:cNvPr id="0" name=""/>
        <dsp:cNvSpPr/>
      </dsp:nvSpPr>
      <dsp:spPr>
        <a:xfrm>
          <a:off x="0" y="1255861"/>
          <a:ext cx="6190459" cy="10031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BB73BC-E3FE-488F-910F-40015363ED8A}">
      <dsp:nvSpPr>
        <dsp:cNvPr id="0" name=""/>
        <dsp:cNvSpPr/>
      </dsp:nvSpPr>
      <dsp:spPr>
        <a:xfrm>
          <a:off x="303439" y="1481560"/>
          <a:ext cx="551708" cy="551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C9008-2D01-4405-BB0F-2339FBA4AAC8}">
      <dsp:nvSpPr>
        <dsp:cNvPr id="0" name=""/>
        <dsp:cNvSpPr/>
      </dsp:nvSpPr>
      <dsp:spPr>
        <a:xfrm>
          <a:off x="1158587" y="1255861"/>
          <a:ext cx="5031871" cy="1003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2" tIns="106162" rIns="106162" bIns="10616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LR model performed nearly as well as ML models</a:t>
          </a:r>
        </a:p>
      </dsp:txBody>
      <dsp:txXfrm>
        <a:off x="1158587" y="1255861"/>
        <a:ext cx="5031871" cy="1003106"/>
      </dsp:txXfrm>
    </dsp:sp>
    <dsp:sp modelId="{3BEB98A3-A716-4B54-A8C6-658556BE572A}">
      <dsp:nvSpPr>
        <dsp:cNvPr id="0" name=""/>
        <dsp:cNvSpPr/>
      </dsp:nvSpPr>
      <dsp:spPr>
        <a:xfrm>
          <a:off x="0" y="2509744"/>
          <a:ext cx="6190459" cy="10031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FD9B0C-8293-427A-8E39-F927AE622499}">
      <dsp:nvSpPr>
        <dsp:cNvPr id="0" name=""/>
        <dsp:cNvSpPr/>
      </dsp:nvSpPr>
      <dsp:spPr>
        <a:xfrm>
          <a:off x="303439" y="2735443"/>
          <a:ext cx="551708" cy="551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503D8-33F8-4B03-B050-316EC0A0E1B1}">
      <dsp:nvSpPr>
        <dsp:cNvPr id="0" name=""/>
        <dsp:cNvSpPr/>
      </dsp:nvSpPr>
      <dsp:spPr>
        <a:xfrm>
          <a:off x="1158587" y="2509744"/>
          <a:ext cx="5031871" cy="1003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2" tIns="106162" rIns="106162" bIns="10616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Interpretability matters in clinical applications</a:t>
          </a:r>
        </a:p>
      </dsp:txBody>
      <dsp:txXfrm>
        <a:off x="1158587" y="2509744"/>
        <a:ext cx="5031871" cy="1003106"/>
      </dsp:txXfrm>
    </dsp:sp>
    <dsp:sp modelId="{36FF73B0-BAC8-4D62-BA2F-A65987E846E6}">
      <dsp:nvSpPr>
        <dsp:cNvPr id="0" name=""/>
        <dsp:cNvSpPr/>
      </dsp:nvSpPr>
      <dsp:spPr>
        <a:xfrm>
          <a:off x="0" y="3763627"/>
          <a:ext cx="6190459" cy="10031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098745-D327-4FC0-9DBB-91475FD6556A}">
      <dsp:nvSpPr>
        <dsp:cNvPr id="0" name=""/>
        <dsp:cNvSpPr/>
      </dsp:nvSpPr>
      <dsp:spPr>
        <a:xfrm>
          <a:off x="303439" y="3989326"/>
          <a:ext cx="551708" cy="551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5BC0B-8D24-4F92-BC5C-BE968A70942E}">
      <dsp:nvSpPr>
        <dsp:cNvPr id="0" name=""/>
        <dsp:cNvSpPr/>
      </dsp:nvSpPr>
      <dsp:spPr>
        <a:xfrm>
          <a:off x="1158587" y="3763627"/>
          <a:ext cx="5031871" cy="1003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2" tIns="106162" rIns="106162" bIns="10616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Predictive analytics can improve discharge planning</a:t>
          </a:r>
        </a:p>
      </dsp:txBody>
      <dsp:txXfrm>
        <a:off x="1158587" y="3763627"/>
        <a:ext cx="5031871" cy="10031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15086-06BC-4F78-B508-4E1F94CCB86B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4AFE6-52F8-436F-9DAC-607E2BE5A9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63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“Hello everyone.” </a:t>
            </a:r>
          </a:p>
          <a:p>
            <a:endParaRPr lang="en-US" dirty="0"/>
          </a:p>
          <a:p>
            <a:r>
              <a:rPr lang="en-US" dirty="0"/>
              <a:t>Introduce yourself. CQSS from Univ. of Colorado Health system.</a:t>
            </a:r>
          </a:p>
          <a:p>
            <a:endParaRPr lang="en-US" dirty="0"/>
          </a:p>
          <a:p>
            <a:r>
              <a:rPr lang="en-US" dirty="0"/>
              <a:t>“I want to thank you for attending this presentation of my research project. It is titled…”</a:t>
            </a:r>
          </a:p>
          <a:p>
            <a:endParaRPr lang="en-US" dirty="0"/>
          </a:p>
          <a:p>
            <a:r>
              <a:rPr lang="en-US" dirty="0"/>
              <a:t>“This project focuses on the use of electronic health record data to predict which hospitalized patients are at elevated risk for readmission within 30 days of discharge. </a:t>
            </a:r>
          </a:p>
          <a:p>
            <a:endParaRPr lang="en-US" dirty="0"/>
          </a:p>
          <a:p>
            <a:r>
              <a:rPr lang="en-US" dirty="0"/>
              <a:t>I also compare the performance of </a:t>
            </a:r>
            <a:r>
              <a:rPr lang="en-US"/>
              <a:t>logistic regression with </a:t>
            </a:r>
            <a:r>
              <a:rPr lang="en-US" dirty="0"/>
              <a:t>machine learning approaches to evaluate whether increased model complexity results in meaningful improvements in predictive performance.</a:t>
            </a:r>
          </a:p>
          <a:p>
            <a:endParaRPr lang="en-US" dirty="0"/>
          </a:p>
          <a:p>
            <a:r>
              <a:rPr lang="en-US" dirty="0"/>
              <a:t>Throughout this presentation, I’ll discuss the research problem, methodology, key findings, and practical recommendations for healthcare organizations.”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536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63552-AF1E-102F-1D49-040D0350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2FB13-1F96-4F55-E447-17AA80AE1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307F4-D65D-3A0E-A6F0-311D80F21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“30-day hospital readmissions continue to represent a major challenge for healthcare organizations in the United States. </a:t>
            </a:r>
          </a:p>
          <a:p>
            <a:endParaRPr lang="en-US" dirty="0"/>
          </a:p>
          <a:p>
            <a:r>
              <a:rPr lang="en-US" dirty="0"/>
              <a:t>These readmissions are associated with increased healthcare costs, poorer patient outcomes, and financial penalties under value-based reimbursement programs.</a:t>
            </a:r>
          </a:p>
          <a:p>
            <a:r>
              <a:rPr lang="en-US" dirty="0"/>
              <a:t>They are costly, and because of this, reducing avoidable readmissions has become a major focus of quality improvement initiatives across healthcare systems.</a:t>
            </a:r>
          </a:p>
          <a:p>
            <a:endParaRPr lang="en-US" dirty="0"/>
          </a:p>
          <a:p>
            <a:r>
              <a:rPr lang="en-US" dirty="0"/>
              <a:t>One of the key opportunities in this area is the ability to identify high-risk patients before discharge so that targeted interventions can be implemented when they are most effective, while the patient is still hospitalized. </a:t>
            </a:r>
          </a:p>
          <a:p>
            <a:endParaRPr lang="en-US" dirty="0"/>
          </a:p>
          <a:p>
            <a:r>
              <a:rPr lang="en-US" dirty="0"/>
              <a:t>Some examples of these interventions may include enhanced discharge education, medication reconciliation, care coordination, or post-discharge follow-up planning.</a:t>
            </a:r>
          </a:p>
          <a:p>
            <a:endParaRPr lang="en-US" dirty="0"/>
          </a:p>
          <a:p>
            <a:r>
              <a:rPr lang="en-US" dirty="0"/>
              <a:t>The widespread adoption of EHRs has made this increasingly possible because EHR systems contain detailed patient-level information including demographics, diagnoses, utilization history, and clinical severity indicators.</a:t>
            </a:r>
          </a:p>
          <a:p>
            <a:endParaRPr lang="en-US" dirty="0"/>
          </a:p>
          <a:p>
            <a:r>
              <a:rPr lang="en-US" dirty="0"/>
              <a:t>This study evaluates whether those real-time EHR variables can be used to meaningfully predict readmission risk prior to discharge.”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9975-962A-8F7B-ADA0-0DD125410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53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study was guided by two primary research questions.</a:t>
            </a:r>
          </a:p>
          <a:p>
            <a:endParaRPr lang="en-US" dirty="0"/>
          </a:p>
          <a:p>
            <a:r>
              <a:rPr lang="en-US" dirty="0"/>
              <a:t>The first research question asked whether patient-level EHR data available during hospitalization could be used to accurately predict 30-day hospital readmissions.</a:t>
            </a:r>
          </a:p>
          <a:p>
            <a:endParaRPr lang="en-US" dirty="0"/>
          </a:p>
          <a:p>
            <a:r>
              <a:rPr lang="en-US" dirty="0"/>
              <a:t>To evaluate this, I developed a Logistic Regression model and assessed whether it achieved meaningful predictive performance. </a:t>
            </a:r>
          </a:p>
          <a:p>
            <a:r>
              <a:rPr lang="en-US" dirty="0"/>
              <a:t>Using prior literature as a reference point, meaningful performance was defined as an AUROC value greater than or equal to 0.70.</a:t>
            </a:r>
          </a:p>
          <a:p>
            <a:endParaRPr lang="en-US" dirty="0"/>
          </a:p>
          <a:p>
            <a:r>
              <a:rPr lang="en-US" dirty="0"/>
              <a:t>The second research question examined whether machine learning models outperform Logistic Regression.</a:t>
            </a:r>
          </a:p>
          <a:p>
            <a:endParaRPr lang="en-US" dirty="0"/>
          </a:p>
          <a:p>
            <a:r>
              <a:rPr lang="en-US" dirty="0"/>
              <a:t>To evaluate this question, I compared a Logistic Regression model to Random Forest and Gradient Boosting models. </a:t>
            </a:r>
          </a:p>
          <a:p>
            <a:r>
              <a:rPr lang="en-US" dirty="0"/>
              <a:t>DeLong’s Test for correlated ROC curves was then used to assess for statistically significant differences in improvement, defined as a p-value of less than 0.05.</a:t>
            </a:r>
          </a:p>
          <a:p>
            <a:endParaRPr lang="en-US" dirty="0"/>
          </a:p>
          <a:p>
            <a:r>
              <a:rPr lang="en-US" dirty="0"/>
              <a:t>Together, these research questions allowed me to evaluate both predictive capability and the practical tradeoff between model complexity and interpretability.”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945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study used a retrospective quantitative research design based on inpatient EHR data from calendar year 2025.</a:t>
            </a:r>
          </a:p>
          <a:p>
            <a:endParaRPr lang="en-US" dirty="0"/>
          </a:p>
          <a:p>
            <a:r>
              <a:rPr lang="en-US" dirty="0"/>
              <a:t>The final analytical dataset included 26,014 inpatient admissions and 26 predictor variables. </a:t>
            </a:r>
          </a:p>
          <a:p>
            <a:r>
              <a:rPr lang="en-US" dirty="0"/>
              <a:t>These variables included demographic information, admission diagnoses, healthcare utilization indicators, discharge disposition, and patient risk scores.</a:t>
            </a:r>
          </a:p>
          <a:p>
            <a:endParaRPr lang="en-US" dirty="0"/>
          </a:p>
          <a:p>
            <a:r>
              <a:rPr lang="en-US" dirty="0"/>
              <a:t>Importantly, each of these variables were intentionally selected based on their availability during hospitalization, meaning that risk predictions could theoretically be generated in real time before discharge.</a:t>
            </a:r>
          </a:p>
          <a:p>
            <a:endParaRPr lang="en-US" dirty="0"/>
          </a:p>
          <a:p>
            <a:r>
              <a:rPr lang="en-US" dirty="0"/>
              <a:t>Prior to modeling, the full dataset was divided into 70% training and 30% testing datasets to evaluate model performance on previously unseen observations and to reduce overfitting.</a:t>
            </a:r>
          </a:p>
          <a:p>
            <a:endParaRPr lang="en-US" dirty="0"/>
          </a:p>
          <a:p>
            <a:r>
              <a:rPr lang="en-US" dirty="0"/>
              <a:t>One major challenge in the dataset was class imbalance. At a ratio of nearly 10:1, there was a substantial majority of non-readmitted patients over readmitted patients, as you would likely expect.</a:t>
            </a:r>
          </a:p>
          <a:p>
            <a:endParaRPr lang="en-US" dirty="0"/>
          </a:p>
          <a:p>
            <a:r>
              <a:rPr lang="en-US" dirty="0"/>
              <a:t>To address this, class weighting techniques were applied during model development to help the models to better identify high-risk patients.”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087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Logistic Regression model achieved an AUROC value of 0.747. </a:t>
            </a:r>
          </a:p>
          <a:p>
            <a:r>
              <a:rPr lang="en-US" dirty="0"/>
              <a:t>This indicates a meaningful discriminative ability between readmitted and non-readmitted patients.</a:t>
            </a:r>
          </a:p>
          <a:p>
            <a:endParaRPr lang="en-US" dirty="0"/>
          </a:p>
          <a:p>
            <a:r>
              <a:rPr lang="en-US" dirty="0"/>
              <a:t>At the default classification threshold of 0.5, the model achieved:</a:t>
            </a:r>
          </a:p>
          <a:p>
            <a:r>
              <a:rPr lang="en-US" dirty="0"/>
              <a:t>a sensitivity of 0.56, </a:t>
            </a:r>
          </a:p>
          <a:p>
            <a:r>
              <a:rPr lang="en-US" dirty="0"/>
              <a:t>a specificity of 0.81, </a:t>
            </a:r>
          </a:p>
          <a:p>
            <a:r>
              <a:rPr lang="en-US" dirty="0"/>
              <a:t>and a precision value of 0.23. </a:t>
            </a:r>
          </a:p>
          <a:p>
            <a:endParaRPr lang="en-US" dirty="0"/>
          </a:p>
          <a:p>
            <a:r>
              <a:rPr lang="en-US" dirty="0"/>
              <a:t>In other words, this means the model correctly identified 56% of readmitted patients while correctly identifying 81% of non-readmitted patients.</a:t>
            </a:r>
          </a:p>
          <a:p>
            <a:endParaRPr lang="en-US" dirty="0"/>
          </a:p>
          <a:p>
            <a:r>
              <a:rPr lang="en-US" dirty="0"/>
              <a:t>Although the precision value appears relatively low, this is expected in datasets that have substantial class imbalance.</a:t>
            </a:r>
          </a:p>
          <a:p>
            <a:endParaRPr lang="en-US" dirty="0"/>
          </a:p>
          <a:p>
            <a:r>
              <a:rPr lang="en-US" dirty="0"/>
              <a:t>Most importantly, the AUROC value exceeded the predefined threshold of 0.70, allowing for the rejection of the first null hypothesis.</a:t>
            </a:r>
          </a:p>
          <a:p>
            <a:endParaRPr lang="en-US" dirty="0"/>
          </a:p>
          <a:p>
            <a:r>
              <a:rPr lang="en-US" dirty="0"/>
              <a:t>This supports the conclusion that EHR data available during hospitalization can, in fact, be used to meaningfully predict 30-day readmission risk.”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39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evaluate the second research question, two machine learning models were developed: a Random Forest model and a Gradient Boosting model.</a:t>
            </a:r>
          </a:p>
          <a:p>
            <a:endParaRPr lang="en-US" dirty="0"/>
          </a:p>
          <a:p>
            <a:r>
              <a:rPr lang="en-US" dirty="0"/>
              <a:t>The Random Forest model achieved an AUROC of 0.749, while the Gradient Boosting model achieved the highest AUROC at 0.756.</a:t>
            </a:r>
          </a:p>
          <a:p>
            <a:endParaRPr lang="en-US" dirty="0"/>
          </a:p>
          <a:p>
            <a:r>
              <a:rPr lang="en-US" dirty="0"/>
              <a:t>Although the machine learning models demonstrated slightly improved performance when compared to Logistic Regression, these differences were relatively small.</a:t>
            </a:r>
          </a:p>
          <a:p>
            <a:endParaRPr lang="en-US" dirty="0"/>
          </a:p>
          <a:p>
            <a:r>
              <a:rPr lang="en-US" dirty="0"/>
              <a:t>To formally assess if there was statistical significance in these differences, DeLong’s Test was performed, in alignment with the second null hypothesis.</a:t>
            </a:r>
          </a:p>
          <a:p>
            <a:endParaRPr lang="en-US" dirty="0"/>
          </a:p>
          <a:p>
            <a:r>
              <a:rPr lang="en-US" dirty="0"/>
              <a:t>The comparison between Logistic Regression and Random Forest produced a p-value of 0.694, while the comparison between Logistic Regression and Gradient Boosting produced a p-value of 0.073.</a:t>
            </a:r>
          </a:p>
          <a:p>
            <a:endParaRPr lang="en-US" dirty="0"/>
          </a:p>
          <a:p>
            <a:r>
              <a:rPr lang="en-US" dirty="0"/>
              <a:t>Because neither comparison achieved a p-value below the conventional threshold of 0.05, the second null hypothesis could not be rejected.</a:t>
            </a:r>
          </a:p>
          <a:p>
            <a:endParaRPr lang="en-US" dirty="0"/>
          </a:p>
          <a:p>
            <a:r>
              <a:rPr lang="en-US" dirty="0"/>
              <a:t>These findings suggest that increased model complexity did not result in a statistically meaningful improvement in predictive performance for this study.”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074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“There were several variables that consistently emerged as strong predictors of readmission risk across each of the models.</a:t>
            </a:r>
          </a:p>
          <a:p>
            <a:endParaRPr lang="en-US" dirty="0"/>
          </a:p>
          <a:p>
            <a:r>
              <a:rPr lang="en-US" dirty="0"/>
              <a:t>Discharge disposition demonstrated one of the strongest relationships with readmission, particularly among patients discharged to another facility such as a skilled nursing or rehab facility.</a:t>
            </a:r>
          </a:p>
          <a:p>
            <a:endParaRPr lang="en-US" dirty="0"/>
          </a:p>
          <a:p>
            <a:r>
              <a:rPr lang="en-US" dirty="0"/>
              <a:t>Prior inpatient utilization was another strong predictor, as patients with more extensive hospitalization histories appear to be at substantially higher risk for future readmissions.</a:t>
            </a:r>
          </a:p>
          <a:p>
            <a:endParaRPr lang="en-US" dirty="0"/>
          </a:p>
          <a:p>
            <a:r>
              <a:rPr lang="en-US" dirty="0"/>
              <a:t>Patient risk scores also demonstrated meaningful associations with readmission outcomes.</a:t>
            </a:r>
          </a:p>
          <a:p>
            <a:endParaRPr lang="en-US" dirty="0"/>
          </a:p>
          <a:p>
            <a:r>
              <a:rPr lang="en-US" dirty="0"/>
              <a:t>Overall, these findings are largely consistent with existing literature, which emphasizes the importance of patient complexity, healthcare utilization patterns, and care coordination challenges in predicting readmission risk.”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431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“Based on the findings of this study, several recommendations can be made for healthcare organizations.</a:t>
            </a:r>
          </a:p>
          <a:p>
            <a:endParaRPr lang="en-US" dirty="0"/>
          </a:p>
          <a:p>
            <a:r>
              <a:rPr lang="en-US" dirty="0"/>
              <a:t>First, organizations should consider implementing a Logistic Regression-based prediction model within their EHR systems. </a:t>
            </a:r>
          </a:p>
          <a:p>
            <a:r>
              <a:rPr lang="en-US" dirty="0"/>
              <a:t>Its performance was just below the more complex machine learning approaches while offering greater interpretability and transparency.</a:t>
            </a:r>
          </a:p>
          <a:p>
            <a:endParaRPr lang="en-US" dirty="0"/>
          </a:p>
          <a:p>
            <a:r>
              <a:rPr lang="en-US" dirty="0"/>
              <a:t>Second, predictive models should be integrated directly into discharge planning and care coordination workflows as clinical decision support tools. </a:t>
            </a:r>
          </a:p>
          <a:p>
            <a:r>
              <a:rPr lang="en-US" dirty="0"/>
              <a:t>If well founded, the identified high-risk patients could then receive targeted interventions, aimed at preventing further readmissions, prior to discharge.</a:t>
            </a:r>
          </a:p>
          <a:p>
            <a:endParaRPr lang="en-US" dirty="0"/>
          </a:p>
          <a:p>
            <a:r>
              <a:rPr lang="en-US" dirty="0"/>
              <a:t>Third, healthcare organizations should consider using adjustable classification thresholds depending </a:t>
            </a:r>
            <a:r>
              <a:rPr lang="en-US"/>
              <a:t>on their operational </a:t>
            </a:r>
            <a:r>
              <a:rPr lang="en-US" dirty="0"/>
              <a:t>priorities and resource availability. </a:t>
            </a:r>
          </a:p>
          <a:p>
            <a:r>
              <a:rPr lang="en-US" dirty="0"/>
              <a:t>Lower thresholds may improve sensitivity and identify more high-risk patients, though it usually comes at the cost of an increase in false positives.</a:t>
            </a:r>
          </a:p>
          <a:p>
            <a:endParaRPr lang="en-US" dirty="0"/>
          </a:p>
          <a:p>
            <a:r>
              <a:rPr lang="en-US" dirty="0"/>
              <a:t>Finally, predictive models should be continuously monitored and recalibrated over time to maintain performance as patient populations and healthcare workflows evolve.”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51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conclusion, this study demonstrated that patient-level EHR data available during hospitalization can be used to meaningfully predict 30-day hospital readmission risk.</a:t>
            </a:r>
          </a:p>
          <a:p>
            <a:endParaRPr lang="en-US" dirty="0"/>
          </a:p>
          <a:p>
            <a:r>
              <a:rPr lang="en-US" dirty="0"/>
              <a:t>Although machine learning models achieved slightly higher predictive performance, these improvements were modest and not statistically significant.</a:t>
            </a:r>
          </a:p>
          <a:p>
            <a:endParaRPr lang="en-US" dirty="0"/>
          </a:p>
          <a:p>
            <a:r>
              <a:rPr lang="en-US" dirty="0"/>
              <a:t>As a result, Logistic Regression may provide the best balance between predictive capability, interpretability, and practical implementation within clinical workflows.</a:t>
            </a:r>
          </a:p>
          <a:p>
            <a:endParaRPr lang="en-US" dirty="0"/>
          </a:p>
          <a:p>
            <a:r>
              <a:rPr lang="en-US" dirty="0"/>
              <a:t>Overall, these findings support the growing role of predictive analytics in healthcare and demonstrate how data-driven approaches can improve discharge planning, care coordination, and patient outcomes while helping organizations reduce avoidable readmissions.”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93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“These are several of the references that were used throughout this project, all very recent and relevant to the subject.</a:t>
            </a:r>
          </a:p>
          <a:p>
            <a:endParaRPr lang="en-US" dirty="0"/>
          </a:p>
          <a:p>
            <a:r>
              <a:rPr lang="en-US" dirty="0"/>
              <a:t>That’s the end of my presentation. I hope you find it to be informative and engaging. </a:t>
            </a:r>
          </a:p>
          <a:p>
            <a:endParaRPr lang="en-US" dirty="0"/>
          </a:p>
          <a:p>
            <a:r>
              <a:rPr lang="en-US" dirty="0"/>
              <a:t>Thank you so much for your time and attention and I hope you have a great week… I know I am!”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498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85BB-8327-437A-900F-6A3DB7A5ABC9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A0BC-E7BB-4D55-8710-E8474A66771E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A1C5-682A-4617-9A91-5759A79A935B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D0D0-99D2-4A10-AC62-6E2E6CF7A9EE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DEDF-EB2B-4F7F-B2DF-97C28C8FCBC9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0351-56D7-412F-9F2E-17819DF3B01D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F068B-C601-4124-944A-AED7D3FD7517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7A73-7818-460B-8F62-87CD8A1DAD1A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F8665-A302-4073-9097-DCE6BA8A5D14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3878A-9A6C-446F-AE2D-FA0E8037C59B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C5687-D9F1-45E2-A621-A964456C9C51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05D98-6779-42E9-AA36-C6D6C2CA339B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17-4E55-454A-B008-5B316A3C4A1E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5336-EDD6-4B11-BDCB-D9716D9D0CAD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0B30B-3EA6-4689-8E7C-D798375DFD60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5E6C6-E680-4C09-9A82-6D6D4A458B45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BBFA-E374-465F-B18D-F6CE71921593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8D89FA6-8D64-42DE-8A02-4A6662349BFD}" type="datetime1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cbase64041.2024.10824316" TargetMode="External"/><Relationship Id="rId7" Type="http://schemas.openxmlformats.org/officeDocument/2006/relationships/hyperlink" Target="https://doi.org/10.1038/s41591-024-03074-8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7759/cureus.84761" TargetMode="External"/><Relationship Id="rId5" Type="http://schemas.openxmlformats.org/officeDocument/2006/relationships/hyperlink" Target="https://doi.org/10.1016/j.ijnurstu.2025.105188" TargetMode="External"/><Relationship Id="rId4" Type="http://schemas.openxmlformats.org/officeDocument/2006/relationships/hyperlink" Target="https://doi.org/10.1371/journal.pone.032884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 hidden="1">
            <a:extLst>
              <a:ext uri="{FF2B5EF4-FFF2-40B4-BE49-F238E27FC236}">
                <a16:creationId xmlns:a16="http://schemas.microsoft.com/office/drawing/2014/main" id="{8F1EF17D-1B70-428C-8A8A-A2C5B390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2FAEDF3-CEC8-4BF6-8EA7-4079C471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98DB8F4-CD77-4FCC-8544-ADE8B478C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 hidden="1">
              <a:extLst>
                <a:ext uri="{FF2B5EF4-FFF2-40B4-BE49-F238E27FC236}">
                  <a16:creationId xmlns:a16="http://schemas.microsoft.com/office/drawing/2014/main" id="{22202DFE-039D-48E4-8536-FA30F2489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 hidden="1">
              <a:extLst>
                <a:ext uri="{FF2B5EF4-FFF2-40B4-BE49-F238E27FC236}">
                  <a16:creationId xmlns:a16="http://schemas.microsoft.com/office/drawing/2014/main" id="{81F05E26-510E-4164-83C7-28E4FE9D7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 hidden="1">
              <a:extLst>
                <a:ext uri="{FF2B5EF4-FFF2-40B4-BE49-F238E27FC236}">
                  <a16:creationId xmlns:a16="http://schemas.microsoft.com/office/drawing/2014/main" id="{E632161A-50D4-4D96-887A-98FC920931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D85834-55D9-470E-9834-623384F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624"/>
                    </a14:imgEffect>
                  </a14:imgLayer>
                </a14:imgProps>
              </a:ext>
            </a:extLst>
          </a:blip>
          <a:srcRect l="3368" t="10733" r="3367" b="10673"/>
          <a:stretch>
            <a:fillRect/>
          </a:stretch>
        </p:blipFill>
        <p:spPr>
          <a:xfrm>
            <a:off x="3174" y="0"/>
            <a:ext cx="12192020" cy="6858001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812CC5-3F64-4837-AE94-66C400A32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814" y="828676"/>
            <a:ext cx="9410435" cy="2600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Real-time prediction of </a:t>
            </a:r>
            <a:br>
              <a:rPr lang="en-US" sz="4000" dirty="0"/>
            </a:br>
            <a:r>
              <a:rPr lang="en-US" sz="4000" dirty="0"/>
              <a:t>30-day hospital readmission </a:t>
            </a:r>
            <a:br>
              <a:rPr lang="en-US" sz="4000" dirty="0"/>
            </a:br>
            <a:r>
              <a:rPr lang="en-US" sz="4000" dirty="0"/>
              <a:t>risk using ehr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012D5-B732-49FA-8D2C-A5C52B364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815" y="4663440"/>
            <a:ext cx="8534400" cy="16367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Kellen Griswold, BSMIS, RRT, RRT-ACCS</a:t>
            </a:r>
          </a:p>
          <a:p>
            <a:r>
              <a:rPr lang="en-US" sz="1800" dirty="0">
                <a:solidFill>
                  <a:schemeClr val="tx1"/>
                </a:solidFill>
              </a:rPr>
              <a:t>Colorado State University Global</a:t>
            </a:r>
          </a:p>
          <a:p>
            <a:r>
              <a:rPr lang="en-US" sz="1800" dirty="0">
                <a:solidFill>
                  <a:schemeClr val="tx1"/>
                </a:solidFill>
              </a:rPr>
              <a:t>MIS581: Capstone – Business Intelligence &amp; Data Analytics</a:t>
            </a:r>
          </a:p>
          <a:p>
            <a:r>
              <a:rPr lang="en-US" sz="1800" dirty="0">
                <a:solidFill>
                  <a:schemeClr val="tx1"/>
                </a:solidFill>
              </a:rPr>
              <a:t>May 10, 2026</a:t>
            </a:r>
          </a:p>
        </p:txBody>
      </p:sp>
    </p:spTree>
    <p:extLst>
      <p:ext uri="{BB962C8B-B14F-4D97-AF65-F5344CB8AC3E}">
        <p14:creationId xmlns:p14="http://schemas.microsoft.com/office/powerpoint/2010/main" val="3857310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61C6A-CC9D-8478-E3BB-DD5FD66D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9D2AA10-2944-3F14-306F-B916CD732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DC4BE-9B63-2713-638E-B2B06E322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8579" y="4487332"/>
            <a:ext cx="5627158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Research Problem &amp; background</a:t>
            </a:r>
          </a:p>
        </p:txBody>
      </p:sp>
      <p:pic>
        <p:nvPicPr>
          <p:cNvPr id="6" name="Content Placeholder 5" descr="Hospital bed in a room">
            <a:extLst>
              <a:ext uri="{FF2B5EF4-FFF2-40B4-BE49-F238E27FC236}">
                <a16:creationId xmlns:a16="http://schemas.microsoft.com/office/drawing/2014/main" id="{9F69398F-6D5E-B9DD-AEB2-57CBCA3F9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33795" r="32119" b="-1"/>
          <a:stretch>
            <a:fillRect/>
          </a:stretch>
        </p:blipFill>
        <p:spPr>
          <a:xfrm>
            <a:off x="831" y="10"/>
            <a:ext cx="3502025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1BB4A9-5A3A-F5AB-D073-370D77171110}"/>
              </a:ext>
            </a:extLst>
          </p:cNvPr>
          <p:cNvSpPr txBox="1">
            <a:spLocks/>
          </p:cNvSpPr>
          <p:nvPr/>
        </p:nvSpPr>
        <p:spPr>
          <a:xfrm>
            <a:off x="3884612" y="685800"/>
            <a:ext cx="6626072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30-day readmissions are costly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A central focus of quality improvement initiatives (Sharda et al., 2025)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Early identification allows targeted interventions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EHR data enable a comprehensive risk assessment (Tang et al., 2024)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947D825-E083-33BD-B6F4-8478A61F4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0CB4340-EB6B-6E3B-658A-052051B34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75255E8-8932-24B4-68D1-AF842DC46A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408D73-BE93-EB93-66A4-0046266B4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4CE418-9E82-5FE8-084F-5478650B7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7A04013-6BEB-DB08-0AF5-F6485E813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9532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8"/>
    </mc:Choice>
    <mc:Fallback>
      <p:transition spd="slow" advTm="31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3437-5B08-1DFB-0472-B1765A7E6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Research Questions </a:t>
            </a:r>
            <a:br>
              <a:rPr lang="en-US" dirty="0"/>
            </a:br>
            <a:r>
              <a:rPr lang="en-US" dirty="0"/>
              <a:t>&amp;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64ECA-09B5-E541-CC3F-D364DCC21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chemeClr val="tx1"/>
                </a:solidFill>
              </a:rPr>
              <a:t>RQ1: </a:t>
            </a:r>
            <a:r>
              <a:rPr lang="en-US" dirty="0">
                <a:solidFill>
                  <a:schemeClr val="tx1"/>
                </a:solidFill>
              </a:rPr>
              <a:t>Can EHR data be used to predict 30-day readmissions?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</a:pPr>
            <a:r>
              <a:rPr lang="en-US" sz="1600" dirty="0">
                <a:solidFill>
                  <a:schemeClr val="tx1"/>
                </a:solidFill>
              </a:rPr>
              <a:t>H</a:t>
            </a:r>
            <a:r>
              <a:rPr lang="en-US" sz="1600" baseline="-25000" dirty="0">
                <a:solidFill>
                  <a:schemeClr val="tx1"/>
                </a:solidFill>
              </a:rPr>
              <a:t>0,1</a:t>
            </a:r>
            <a:r>
              <a:rPr lang="en-US" sz="1600" dirty="0">
                <a:solidFill>
                  <a:schemeClr val="tx1"/>
                </a:solidFill>
              </a:rPr>
              <a:t>: EHR data cannot accurately predict 30-day readmissions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</a:pPr>
            <a:r>
              <a:rPr lang="en-US" sz="1600" dirty="0">
                <a:solidFill>
                  <a:schemeClr val="tx1"/>
                </a:solidFill>
              </a:rPr>
              <a:t>Can be rejected with AUROC value ≥ 0.7 (Supported by Pandey et al., 2025 and Sharda et al., 2025)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b="1" dirty="0">
                <a:solidFill>
                  <a:schemeClr val="tx1"/>
                </a:solidFill>
              </a:rPr>
              <a:t>RQ2: </a:t>
            </a:r>
            <a:r>
              <a:rPr lang="en-US" dirty="0">
                <a:solidFill>
                  <a:schemeClr val="tx1"/>
                </a:solidFill>
              </a:rPr>
              <a:t>Do machine learning (ML) models outperform Logistic Regression (LR)?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</a:pPr>
            <a:r>
              <a:rPr lang="en-US" sz="1600" dirty="0">
                <a:solidFill>
                  <a:schemeClr val="tx1"/>
                </a:solidFill>
              </a:rPr>
              <a:t>H</a:t>
            </a:r>
            <a:r>
              <a:rPr lang="en-US" sz="1600" baseline="-25000" dirty="0">
                <a:solidFill>
                  <a:schemeClr val="tx1"/>
                </a:solidFill>
              </a:rPr>
              <a:t>0,2</a:t>
            </a:r>
            <a:r>
              <a:rPr lang="en-US" sz="1600" dirty="0">
                <a:solidFill>
                  <a:schemeClr val="tx1"/>
                </a:solidFill>
              </a:rPr>
              <a:t>: There is no statistically significant difference in model performances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</a:pPr>
            <a:r>
              <a:rPr lang="en-US" sz="1600" dirty="0">
                <a:solidFill>
                  <a:schemeClr val="tx1"/>
                </a:solidFill>
              </a:rPr>
              <a:t>Can be rejected with p-value &lt; 0.05 using DeLong’s Test</a:t>
            </a:r>
          </a:p>
        </p:txBody>
      </p:sp>
    </p:spTree>
    <p:extLst>
      <p:ext uri="{BB962C8B-B14F-4D97-AF65-F5344CB8AC3E}">
        <p14:creationId xmlns:p14="http://schemas.microsoft.com/office/powerpoint/2010/main" val="3664098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E89D346-FD24-4FBA-A956-3200CC175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C4F31-1EBF-0DCA-3DD7-F20CB9C7D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114" y="4487332"/>
            <a:ext cx="4205003" cy="150706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Research Design 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&amp; Dataset</a:t>
            </a:r>
          </a:p>
        </p:txBody>
      </p:sp>
      <p:sp useBgFill="1">
        <p:nvSpPr>
          <p:cNvPr id="33" name="Snip Diagonal Corner Rectangle 18">
            <a:extLst>
              <a:ext uri="{FF2B5EF4-FFF2-40B4-BE49-F238E27FC236}">
                <a16:creationId xmlns:a16="http://schemas.microsoft.com/office/drawing/2014/main" id="{9F1E6C01-CE56-48FB-B0C1-482CC243D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5136155" cy="5286838"/>
          </a:xfrm>
          <a:prstGeom prst="snip2DiagRect">
            <a:avLst>
              <a:gd name="adj1" fmla="val 11486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98FF6-D778-250F-F4C4-712423A84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400" y="1107591"/>
            <a:ext cx="3827353" cy="43131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99675-2A9E-0011-AD4B-B8AF01B0B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8" y="685800"/>
            <a:ext cx="4819653" cy="3615267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Retrospective study</a:t>
            </a:r>
          </a:p>
          <a:p>
            <a:r>
              <a:rPr lang="en-US" sz="1800" dirty="0">
                <a:solidFill>
                  <a:schemeClr val="bg1"/>
                </a:solidFill>
              </a:rPr>
              <a:t>EHR-based dataset</a:t>
            </a:r>
          </a:p>
          <a:p>
            <a:r>
              <a:rPr lang="en-US" sz="1800" dirty="0">
                <a:solidFill>
                  <a:schemeClr val="bg1"/>
                </a:solidFill>
              </a:rPr>
              <a:t>26,014 inpatient admissions</a:t>
            </a:r>
          </a:p>
          <a:p>
            <a:r>
              <a:rPr lang="en-US" sz="1800" dirty="0">
                <a:solidFill>
                  <a:schemeClr val="bg1"/>
                </a:solidFill>
              </a:rPr>
              <a:t>26 predictor variables</a:t>
            </a:r>
          </a:p>
          <a:p>
            <a:r>
              <a:rPr lang="en-US" sz="1800" dirty="0">
                <a:solidFill>
                  <a:schemeClr val="bg1"/>
                </a:solidFill>
              </a:rPr>
              <a:t>70/30 train-test split</a:t>
            </a:r>
          </a:p>
          <a:p>
            <a:r>
              <a:rPr lang="en-US" sz="1800" dirty="0">
                <a:solidFill>
                  <a:schemeClr val="bg1"/>
                </a:solidFill>
              </a:rPr>
              <a:t>Significant class imbalance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392D60-45E0-40B9-8C90-AAD5DEEB2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4B80EDE-F871-46B0-9AB3-412881E85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8F6E8A3-EBC1-40F1-8FCE-A53865BFE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26AFFD-8905-47E9-9486-2047002287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D824390-77F4-4ADA-9D04-2E69B3784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09EDA7C-6260-4723-836A-6AB7804A1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4657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09CCB3F-DBCE-4964-9E34-8C5DE80E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F7B09-C82B-605C-F278-D2D0322EC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1" y="620722"/>
            <a:ext cx="3743302" cy="1579022"/>
          </a:xfrm>
        </p:spPr>
        <p:txBody>
          <a:bodyPr anchor="b">
            <a:noAutofit/>
          </a:bodyPr>
          <a:lstStyle/>
          <a:p>
            <a:r>
              <a:rPr lang="en-US" sz="3200" dirty="0"/>
              <a:t>Logistic Regression Results</a:t>
            </a:r>
          </a:p>
        </p:txBody>
      </p:sp>
      <p:sp>
        <p:nvSpPr>
          <p:cNvPr id="8" name="Snip Diagonal Corner Rectangle 24">
            <a:extLst>
              <a:ext uri="{FF2B5EF4-FFF2-40B4-BE49-F238E27FC236}">
                <a16:creationId xmlns:a16="http://schemas.microsoft.com/office/drawing/2014/main" id="{1DFF944F-74BA-483A-82C0-64E3AAF4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90" y="620722"/>
            <a:ext cx="6575496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26230-769F-E571-6992-EDA89BB115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803"/>
          <a:stretch>
            <a:fillRect/>
          </a:stretch>
        </p:blipFill>
        <p:spPr>
          <a:xfrm>
            <a:off x="778062" y="786117"/>
            <a:ext cx="6245352" cy="4956048"/>
          </a:xfrm>
          <a:custGeom>
            <a:avLst/>
            <a:gdLst/>
            <a:ahLst/>
            <a:cxnLst/>
            <a:rect l="l" t="t" r="r" b="b"/>
            <a:pathLst>
              <a:path w="6245352" h="4956048">
                <a:moveTo>
                  <a:pt x="534609" y="0"/>
                </a:moveTo>
                <a:lnTo>
                  <a:pt x="6245352" y="0"/>
                </a:lnTo>
                <a:lnTo>
                  <a:pt x="6245352" y="4421439"/>
                </a:lnTo>
                <a:lnTo>
                  <a:pt x="5710743" y="4956048"/>
                </a:lnTo>
                <a:lnTo>
                  <a:pt x="0" y="4956048"/>
                </a:lnTo>
                <a:lnTo>
                  <a:pt x="0" y="53460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95E44-27C7-4816-7A8F-B760FA610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2259008"/>
            <a:ext cx="3479419" cy="2465919"/>
          </a:xfrm>
        </p:spPr>
        <p:txBody>
          <a:bodyPr anchor="t"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tx1"/>
                </a:solidFill>
              </a:rPr>
              <a:t>AUROC: 0.747</a:t>
            </a:r>
          </a:p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tx1"/>
                </a:solidFill>
              </a:rPr>
              <a:t>Sensitivity: 0.56</a:t>
            </a:r>
          </a:p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tx1"/>
                </a:solidFill>
              </a:rPr>
              <a:t>Specificity: 0.81</a:t>
            </a:r>
          </a:p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tx1"/>
                </a:solidFill>
              </a:rPr>
              <a:t>Precision: 0.23</a:t>
            </a:r>
          </a:p>
          <a:p>
            <a:pPr>
              <a:buClr>
                <a:schemeClr val="bg1"/>
              </a:buClr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tx1"/>
                </a:solidFill>
              </a:rPr>
              <a:t>H</a:t>
            </a:r>
            <a:r>
              <a:rPr lang="en-US" sz="1600" baseline="-25000" dirty="0">
                <a:solidFill>
                  <a:schemeClr val="tx1"/>
                </a:solidFill>
              </a:rPr>
              <a:t>0,1</a:t>
            </a:r>
            <a:r>
              <a:rPr lang="en-US" sz="1600" dirty="0">
                <a:solidFill>
                  <a:schemeClr val="tx1"/>
                </a:solidFill>
              </a:rPr>
              <a:t> rejected (AUROC ≥ 0.70)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733A91-F958-4629-801A-3F6F1E09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812972-C68B-4C59-B3A7-4AF61E935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B3F3B7C-7909-4486-AA08-5C6B625C3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0BD7DA8-741F-4296-9363-05EF91541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068EFC-20FC-456F-839F-4BCFFCAA8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51C60F-B911-433E-BF75-3BBEFD053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7247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80D5A-1070-7755-9DE0-AB1DF749F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46" y="237323"/>
            <a:ext cx="8534401" cy="686221"/>
          </a:xfrm>
        </p:spPr>
        <p:txBody>
          <a:bodyPr anchor="b">
            <a:normAutofit/>
          </a:bodyPr>
          <a:lstStyle/>
          <a:p>
            <a:r>
              <a:rPr lang="en-US" sz="3200" dirty="0"/>
              <a:t>Machine Learning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4428E6-4FA6-C60E-D7E0-CB00955CB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447" y="1045511"/>
            <a:ext cx="8534400" cy="3394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79D5FA-A303-4EE9-3C48-C752F7849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46" y="4561940"/>
            <a:ext cx="8534401" cy="20587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3B24F3-AD4B-D2D4-3903-B1DED50F6B40}"/>
              </a:ext>
            </a:extLst>
          </p:cNvPr>
          <p:cNvSpPr txBox="1"/>
          <p:nvPr/>
        </p:nvSpPr>
        <p:spPr>
          <a:xfrm>
            <a:off x="9006840" y="1517904"/>
            <a:ext cx="28529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DeLong’s Test Results</a:t>
            </a:r>
          </a:p>
          <a:p>
            <a:pPr algn="ctr"/>
            <a:endParaRPr lang="en-US" dirty="0"/>
          </a:p>
          <a:p>
            <a:pPr algn="ctr">
              <a:buClr>
                <a:schemeClr val="tx1"/>
              </a:buClr>
              <a:buSzPct val="80000"/>
            </a:pPr>
            <a:r>
              <a:rPr lang="en-US" sz="1600" dirty="0"/>
              <a:t>LR vs RF p-value: 0.694</a:t>
            </a:r>
          </a:p>
          <a:p>
            <a:pPr algn="ctr">
              <a:buClr>
                <a:schemeClr val="tx1"/>
              </a:buClr>
              <a:buSzPct val="80000"/>
            </a:pPr>
            <a:r>
              <a:rPr lang="en-US" sz="1600" dirty="0"/>
              <a:t>LR vs GB p-value: 0.073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H</a:t>
            </a:r>
            <a:r>
              <a:rPr lang="en-US" sz="1600" baseline="-25000" dirty="0"/>
              <a:t>0,2</a:t>
            </a:r>
            <a:r>
              <a:rPr lang="en-US" sz="1600" dirty="0"/>
              <a:t> cannot be rejected</a:t>
            </a:r>
          </a:p>
        </p:txBody>
      </p:sp>
    </p:spTree>
    <p:extLst>
      <p:ext uri="{BB962C8B-B14F-4D97-AF65-F5344CB8AC3E}">
        <p14:creationId xmlns:p14="http://schemas.microsoft.com/office/powerpoint/2010/main" val="2644765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089FB-00B2-F5C3-DE7A-3D7AA1D6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Predictors of Readmission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09AB8-B136-6A3E-A4D1-25D79AE47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974287"/>
            <a:ext cx="5173663" cy="3105150"/>
          </a:xfrm>
        </p:spPr>
        <p:txBody>
          <a:bodyPr/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Discharge disposition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Prior inpatient utilization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Patient risk scores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Admission diagnoses</a:t>
            </a:r>
          </a:p>
          <a:p>
            <a:pPr>
              <a:buClr>
                <a:schemeClr val="bg1"/>
              </a:buClr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Clr>
                <a:schemeClr val="bg1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Consistent with existing evidence          (Li et al., 2024; Selmer et al., 2025)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78B19-C4BE-E59C-BFB2-2E72B349A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74287"/>
            <a:ext cx="3745062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12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AB8FFBB-0A2D-4D4C-B94B-320ABB349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octor writing on tablet with pen">
            <a:extLst>
              <a:ext uri="{FF2B5EF4-FFF2-40B4-BE49-F238E27FC236}">
                <a16:creationId xmlns:a16="http://schemas.microsoft.com/office/drawing/2014/main" id="{65E2C0D4-2E40-059A-CA19-E2140FB97BF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15000"/>
          </a:blip>
          <a:srcRect l="293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E9C509-0FA4-9F38-7D3D-E69E1C92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1AF24-5DC1-DA5B-F400-DDD51103B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Implement an LR-based prediction model</a:t>
            </a:r>
          </a:p>
          <a:p>
            <a:pPr>
              <a:lnSpc>
                <a:spcPct val="200000"/>
              </a:lnSpc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Integrate into workflows as clinical decision support</a:t>
            </a:r>
          </a:p>
          <a:p>
            <a:pPr>
              <a:lnSpc>
                <a:spcPct val="200000"/>
              </a:lnSpc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Use adjustable classification thresholds</a:t>
            </a:r>
          </a:p>
          <a:p>
            <a:pPr>
              <a:lnSpc>
                <a:spcPct val="200000"/>
              </a:lnSpc>
              <a:buClr>
                <a:schemeClr val="bg1"/>
              </a:buClr>
            </a:pPr>
            <a:r>
              <a:rPr lang="en-US" dirty="0">
                <a:solidFill>
                  <a:schemeClr val="tx1"/>
                </a:solidFill>
              </a:rPr>
              <a:t>Continuously monitor/recalibrate the model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EC92BD4-3684-4A4A-84FF-704DCA7A3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BA388E6-4C14-4B9E-A26C-CCA504DAB3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E122466-428E-43AB-9AB9-02C82A390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49A3CE-D685-4BD6-9E32-FECB9B95F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C33F82-A690-4D10-9DF8-7B2B300FC2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C37F367-774B-4B76-82C0-09AA8E2D9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39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1F94FE-B20A-3951-EAF3-7A3E38219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8661" y="941424"/>
            <a:ext cx="3043896" cy="3248611"/>
          </a:xfrm>
        </p:spPr>
        <p:txBody>
          <a:bodyPr>
            <a:normAutofit/>
          </a:bodyPr>
          <a:lstStyle/>
          <a:p>
            <a:r>
              <a:rPr lang="en-US" sz="33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E5036773-AF1A-BC6A-EFA0-26F41573B6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9745536"/>
              </p:ext>
            </p:extLst>
          </p:nvPr>
        </p:nvGraphicFramePr>
        <p:xfrm>
          <a:off x="940645" y="941424"/>
          <a:ext cx="6190459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3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71BD97-ABFB-2CD9-8702-9B6CCC03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5"/>
            <a:ext cx="8534400" cy="1243584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A658D1-E2CB-380A-41E4-CC9614E72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728829"/>
            <a:ext cx="8926132" cy="4643925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Li, X., Liu, S., Yu, D., Zhang, Y., &amp; Liu, X. (2024). Predicting 30-day hospital readmission in Medicare patients: Insights from an LSTM deep learning model. </a:t>
            </a:r>
            <a:r>
              <a:rPr lang="en-US" sz="1400" i="1" dirty="0">
                <a:solidFill>
                  <a:schemeClr val="tx1"/>
                </a:solidFill>
              </a:rPr>
              <a:t>2024 3rd International Conference on Cloud Computing, Big Data Application and Software Engineering (CBASE)</a:t>
            </a:r>
            <a:r>
              <a:rPr lang="en-US" sz="1400" dirty="0">
                <a:solidFill>
                  <a:schemeClr val="tx1"/>
                </a:solidFill>
              </a:rPr>
              <a:t>, 61–65. </a:t>
            </a:r>
            <a:r>
              <a:rPr lang="en-US" sz="14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https://doi.org/10.1109/cbase64041.2024.10824316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Pandey, S. R., Tile, J. D., &amp; Oghaz, M. M. (2025). Predicting 30-day hospital readmissions using ClinicalT5 with structured and unstructured electronic health records. </a:t>
            </a:r>
            <a:r>
              <a:rPr lang="en-US" sz="1400" i="1" dirty="0">
                <a:solidFill>
                  <a:schemeClr val="tx1"/>
                </a:solidFill>
              </a:rPr>
              <a:t>PLOS One, 20</a:t>
            </a:r>
            <a:r>
              <a:rPr lang="en-US" sz="1400" dirty="0">
                <a:solidFill>
                  <a:schemeClr val="tx1"/>
                </a:solidFill>
              </a:rPr>
              <a:t>(9). </a:t>
            </a:r>
            <a:r>
              <a:rPr lang="en-US" sz="14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https://doi.org/10.1371/journal.pone.0328848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Selmer, N., Berthelsen, C., Van Grootven, B., Meyer, G., &amp; Loft, M. I. (2025). Identifying risk prediction models and predictors for hospital readmission in patients with medical conditions: A systematic review and meta-analysis. </a:t>
            </a:r>
            <a:r>
              <a:rPr lang="en-US" sz="1400" i="1" dirty="0">
                <a:solidFill>
                  <a:schemeClr val="tx1"/>
                </a:solidFill>
              </a:rPr>
              <a:t>International Journal of Nursing Studies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i="1" dirty="0">
                <a:solidFill>
                  <a:schemeClr val="tx1"/>
                </a:solidFill>
              </a:rPr>
              <a:t>171</a:t>
            </a:r>
            <a:r>
              <a:rPr lang="en-US" sz="1400" dirty="0">
                <a:solidFill>
                  <a:schemeClr val="tx1"/>
                </a:solidFill>
              </a:rPr>
              <a:t>, 105188. </a:t>
            </a:r>
            <a:r>
              <a:rPr lang="en-US" sz="14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https://doi.org/10.1016/j.ijnurstu.2025.105188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Sharda, M., Sharma, S., Raikar, S., Verhagen, N., Wagle, J., Mathur, R., Gowda, S., Kommu, S., Prasad, R., Bhandari, S., &amp; Jha, P. (2025). The role of machine learning in predicting hospital readmissions among general internal medicine patients: A systematic review. </a:t>
            </a:r>
            <a:r>
              <a:rPr lang="en-US" sz="1400" i="1" dirty="0">
                <a:solidFill>
                  <a:schemeClr val="tx1"/>
                </a:solidFill>
              </a:rPr>
              <a:t>Cureus</a:t>
            </a:r>
            <a:r>
              <a:rPr lang="en-US" sz="1400" dirty="0">
                <a:solidFill>
                  <a:schemeClr val="tx1"/>
                </a:solidFill>
              </a:rPr>
              <a:t>. </a:t>
            </a:r>
            <a:r>
              <a:rPr lang="en-US" sz="1400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https://doi.org/10.7759/cureus.84761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Tang, A. S., Woldemariam, S. R., Miramontes, S., Norgeot, B., Oskotsky, T. T., &amp; Sirota, M. (2024). Harnessing EHR data for health research. </a:t>
            </a:r>
            <a:r>
              <a:rPr lang="en-US" sz="1400" i="1" dirty="0">
                <a:solidFill>
                  <a:schemeClr val="tx1"/>
                </a:solidFill>
              </a:rPr>
              <a:t>Nature Medicine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i="1" dirty="0">
                <a:solidFill>
                  <a:schemeClr val="tx1"/>
                </a:solidFill>
              </a:rPr>
              <a:t>30</a:t>
            </a:r>
            <a:r>
              <a:rPr lang="en-US" sz="1400" dirty="0">
                <a:solidFill>
                  <a:schemeClr val="tx1"/>
                </a:solidFill>
              </a:rPr>
              <a:t>(7), 1847–1855. </a:t>
            </a:r>
            <a:r>
              <a:rPr lang="en-US" sz="1400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https://doi.org/10.1038/s41591-024-03074-8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05372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FDEB4C-941C-4EBE-9462-062D8A0ADE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B8EF33-82AA-4779-AFAA-C56669D00D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B414F3-C833-4395-8C69-0E806C5181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 design</Template>
  <TotalTime>454</TotalTime>
  <Words>2019</Words>
  <Application>Microsoft Office PowerPoint</Application>
  <PresentationFormat>Widescreen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Century Gothic</vt:lpstr>
      <vt:lpstr>Wingdings 3</vt:lpstr>
      <vt:lpstr>Slice</vt:lpstr>
      <vt:lpstr>Real-time prediction of  30-day hospital readmission  risk using ehr data</vt:lpstr>
      <vt:lpstr>Research Problem &amp; background</vt:lpstr>
      <vt:lpstr>Research Questions  &amp; Hypotheses</vt:lpstr>
      <vt:lpstr>Research Design  &amp; Dataset</vt:lpstr>
      <vt:lpstr>Logistic Regression Results</vt:lpstr>
      <vt:lpstr>Machine Learning Comparison</vt:lpstr>
      <vt:lpstr>Key Predictors of Readmission</vt:lpstr>
      <vt:lpstr>Recommendations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Griswold, Kellen</dc:creator>
  <cp:lastModifiedBy>Griswold, Kellen</cp:lastModifiedBy>
  <cp:revision>1</cp:revision>
  <dcterms:created xsi:type="dcterms:W3CDTF">2026-05-09T19:26:37Z</dcterms:created>
  <dcterms:modified xsi:type="dcterms:W3CDTF">2026-05-10T20:00:29Z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